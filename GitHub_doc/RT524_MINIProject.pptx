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0" r:id="rId2"/>
    <p:sldId id="264" r:id="rId3"/>
    <p:sldId id="257" r:id="rId4"/>
    <p:sldId id="258" r:id="rId5"/>
    <p:sldId id="265" r:id="rId6"/>
    <p:sldId id="268" r:id="rId7"/>
    <p:sldId id="267" r:id="rId8"/>
    <p:sldId id="266" r:id="rId9"/>
    <p:sldId id="269" r:id="rId10"/>
    <p:sldId id="259" r:id="rId11"/>
    <p:sldId id="260" r:id="rId12"/>
    <p:sldId id="261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FFFF"/>
    <a:srgbClr val="FCEBEB"/>
    <a:srgbClr val="E1F5EE"/>
    <a:srgbClr val="FAECE7"/>
    <a:srgbClr val="FAEEDA"/>
    <a:srgbClr val="E6F1FB"/>
    <a:srgbClr val="EEEDFE"/>
    <a:srgbClr val="FAECF8"/>
    <a:srgbClr val="D9DBE3"/>
    <a:srgbClr val="DEF2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6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38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D2C369-A2EE-4DBA-B269-FE8E4688AC7B}" type="doc">
      <dgm:prSet loTypeId="urn:microsoft.com/office/officeart/2005/8/layout/hList6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IN"/>
        </a:p>
      </dgm:t>
    </dgm:pt>
    <dgm:pt modelId="{D3F273E0-3904-40A0-BC7C-CB6D9234194F}">
      <dgm:prSet phldrT="[Text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sz="2100" b="1" dirty="0">
              <a:solidFill>
                <a:schemeClr val="tx1"/>
              </a:solidFill>
            </a:rPr>
            <a:t>LAMP Sandbox (Endor)</a:t>
          </a:r>
          <a:endParaRPr lang="en-IN" sz="2100" dirty="0">
            <a:solidFill>
              <a:schemeClr val="tx1"/>
            </a:solidFill>
          </a:endParaRPr>
        </a:p>
      </dgm:t>
    </dgm:pt>
    <dgm:pt modelId="{CDD742A6-1CD6-434F-B8E5-56EB2A0E3BB0}" type="parTrans" cxnId="{D6817AF8-6F23-4E1D-B44D-0BE2406A8D3B}">
      <dgm:prSet/>
      <dgm:spPr/>
      <dgm:t>
        <a:bodyPr/>
        <a:lstStyle/>
        <a:p>
          <a:endParaRPr lang="en-IN"/>
        </a:p>
      </dgm:t>
    </dgm:pt>
    <dgm:pt modelId="{7FA39FB2-FAF9-44CA-A7D3-DAF6E9C5F2EF}" type="sibTrans" cxnId="{D6817AF8-6F23-4E1D-B44D-0BE2406A8D3B}">
      <dgm:prSet/>
      <dgm:spPr/>
      <dgm:t>
        <a:bodyPr/>
        <a:lstStyle/>
        <a:p>
          <a:endParaRPr lang="en-IN"/>
        </a:p>
      </dgm:t>
    </dgm:pt>
    <dgm:pt modelId="{A4CC4D16-4768-4180-934A-1C533DBEEBD8}">
      <dgm:prSet phldrT="[Text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endParaRPr lang="en-IN" sz="2000" dirty="0">
            <a:solidFill>
              <a:schemeClr val="tx1"/>
            </a:solidFill>
          </a:endParaRPr>
        </a:p>
      </dgm:t>
    </dgm:pt>
    <dgm:pt modelId="{C88A7598-0A34-4035-A685-D2134D9C11B7}" type="parTrans" cxnId="{0B5230C9-AA64-4AC5-8CC4-83B3AA8E483B}">
      <dgm:prSet/>
      <dgm:spPr/>
      <dgm:t>
        <a:bodyPr/>
        <a:lstStyle/>
        <a:p>
          <a:endParaRPr lang="en-IN"/>
        </a:p>
      </dgm:t>
    </dgm:pt>
    <dgm:pt modelId="{5E4EB627-F32D-4EE7-B705-3D9974739473}" type="sibTrans" cxnId="{0B5230C9-AA64-4AC5-8CC4-83B3AA8E483B}">
      <dgm:prSet/>
      <dgm:spPr/>
      <dgm:t>
        <a:bodyPr/>
        <a:lstStyle/>
        <a:p>
          <a:endParaRPr lang="en-IN"/>
        </a:p>
      </dgm:t>
    </dgm:pt>
    <dgm:pt modelId="{E8506A01-3669-4882-8D86-357BBA00212A}">
      <dgm:prSet phldrT="[Text]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sz="2100" b="1" dirty="0">
              <a:solidFill>
                <a:schemeClr val="tx1"/>
              </a:solidFill>
            </a:rPr>
            <a:t>PHP</a:t>
          </a:r>
          <a:endParaRPr lang="en-IN" sz="2100" dirty="0">
            <a:solidFill>
              <a:schemeClr val="tx1"/>
            </a:solidFill>
          </a:endParaRPr>
        </a:p>
      </dgm:t>
    </dgm:pt>
    <dgm:pt modelId="{ED661A23-B4C0-41C2-8F75-A2834C772A49}" type="parTrans" cxnId="{16E7E1EC-2081-437A-88E5-A5DD37B8E01E}">
      <dgm:prSet/>
      <dgm:spPr/>
      <dgm:t>
        <a:bodyPr/>
        <a:lstStyle/>
        <a:p>
          <a:endParaRPr lang="en-IN"/>
        </a:p>
      </dgm:t>
    </dgm:pt>
    <dgm:pt modelId="{081097D3-6FCF-4B81-B6D7-74B9F7E61917}" type="sibTrans" cxnId="{16E7E1EC-2081-437A-88E5-A5DD37B8E01E}">
      <dgm:prSet/>
      <dgm:spPr/>
      <dgm:t>
        <a:bodyPr/>
        <a:lstStyle/>
        <a:p>
          <a:endParaRPr lang="en-IN"/>
        </a:p>
      </dgm:t>
    </dgm:pt>
    <dgm:pt modelId="{C68072B0-3B12-4123-B37E-1005C57E92A3}">
      <dgm:prSet phldrT="[Text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endParaRPr lang="en-IN" sz="2000" dirty="0">
            <a:solidFill>
              <a:schemeClr val="tx1"/>
            </a:solidFill>
          </a:endParaRPr>
        </a:p>
      </dgm:t>
    </dgm:pt>
    <dgm:pt modelId="{CA39E4A9-B413-4BAE-A2AB-9F4E30A6D75C}" type="parTrans" cxnId="{C2C7BDF2-28BE-4031-9AAE-5485782CA5E2}">
      <dgm:prSet/>
      <dgm:spPr/>
      <dgm:t>
        <a:bodyPr/>
        <a:lstStyle/>
        <a:p>
          <a:endParaRPr lang="en-IN"/>
        </a:p>
      </dgm:t>
    </dgm:pt>
    <dgm:pt modelId="{AC23F9C8-41AE-4AAC-9B7F-D94F9EE38088}" type="sibTrans" cxnId="{C2C7BDF2-28BE-4031-9AAE-5485782CA5E2}">
      <dgm:prSet/>
      <dgm:spPr/>
      <dgm:t>
        <a:bodyPr/>
        <a:lstStyle/>
        <a:p>
          <a:endParaRPr lang="en-IN"/>
        </a:p>
      </dgm:t>
    </dgm:pt>
    <dgm:pt modelId="{916DFE82-C302-4F65-82CA-21CA8A0901D6}">
      <dgm:prSet phldrT="[Text]" custT="1"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pPr>
            <a:buNone/>
          </a:pPr>
          <a:r>
            <a:rPr lang="en-US" sz="2100" b="1" dirty="0">
              <a:solidFill>
                <a:schemeClr val="accent1">
                  <a:lumMod val="50000"/>
                </a:schemeClr>
              </a:solidFill>
            </a:rPr>
            <a:t>HTML &amp; CSS</a:t>
          </a:r>
          <a:endParaRPr lang="en-IN" sz="2100" dirty="0">
            <a:solidFill>
              <a:schemeClr val="accent1">
                <a:lumMod val="50000"/>
              </a:schemeClr>
            </a:solidFill>
          </a:endParaRPr>
        </a:p>
      </dgm:t>
    </dgm:pt>
    <dgm:pt modelId="{3DFDA9B1-B11E-4AE2-BF25-368E24A6877B}" type="parTrans" cxnId="{3DF2A0D0-64AA-4557-97D2-F96E3901129C}">
      <dgm:prSet/>
      <dgm:spPr/>
      <dgm:t>
        <a:bodyPr/>
        <a:lstStyle/>
        <a:p>
          <a:endParaRPr lang="en-IN"/>
        </a:p>
      </dgm:t>
    </dgm:pt>
    <dgm:pt modelId="{E7A843F4-3A65-4F91-9C7F-958226168BA5}" type="sibTrans" cxnId="{3DF2A0D0-64AA-4557-97D2-F96E3901129C}">
      <dgm:prSet/>
      <dgm:spPr/>
      <dgm:t>
        <a:bodyPr/>
        <a:lstStyle/>
        <a:p>
          <a:endParaRPr lang="en-IN"/>
        </a:p>
      </dgm:t>
    </dgm:pt>
    <dgm:pt modelId="{9B9F0D0E-7339-4B7F-871C-D3BD2ECC2E02}">
      <dgm:prSet phldrT="[Text]" custT="1"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endParaRPr lang="en-IN" sz="2000" dirty="0">
            <a:solidFill>
              <a:schemeClr val="accent1">
                <a:lumMod val="50000"/>
              </a:schemeClr>
            </a:solidFill>
          </a:endParaRPr>
        </a:p>
      </dgm:t>
    </dgm:pt>
    <dgm:pt modelId="{4AB4F223-AE69-4B6E-9B33-144B1019C2AB}" type="parTrans" cxnId="{2E0538D9-8292-459D-B23C-3F319A421212}">
      <dgm:prSet/>
      <dgm:spPr/>
      <dgm:t>
        <a:bodyPr/>
        <a:lstStyle/>
        <a:p>
          <a:endParaRPr lang="en-IN"/>
        </a:p>
      </dgm:t>
    </dgm:pt>
    <dgm:pt modelId="{7AFEF6BC-B4ED-4EEC-AC1C-41F8FC1EED33}" type="sibTrans" cxnId="{2E0538D9-8292-459D-B23C-3F319A421212}">
      <dgm:prSet/>
      <dgm:spPr/>
      <dgm:t>
        <a:bodyPr/>
        <a:lstStyle/>
        <a:p>
          <a:endParaRPr lang="en-IN"/>
        </a:p>
      </dgm:t>
    </dgm:pt>
    <dgm:pt modelId="{7039C903-8ED9-4D9C-B6DB-AAFFA0BBEBBD}">
      <dgm:prSet custT="1"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pPr>
            <a:buNone/>
          </a:pPr>
          <a:r>
            <a:rPr lang="en-US" sz="2100" b="1" dirty="0"/>
            <a:t>MySQL (phpMyAdmin)</a:t>
          </a:r>
          <a:endParaRPr lang="en-IN" sz="2100" dirty="0"/>
        </a:p>
      </dgm:t>
    </dgm:pt>
    <dgm:pt modelId="{EB71B56E-A593-4912-A276-30D4D9BC0DE2}" type="parTrans" cxnId="{987B7C86-C022-4F56-83A0-259A5C62C541}">
      <dgm:prSet/>
      <dgm:spPr/>
      <dgm:t>
        <a:bodyPr/>
        <a:lstStyle/>
        <a:p>
          <a:endParaRPr lang="en-IN"/>
        </a:p>
      </dgm:t>
    </dgm:pt>
    <dgm:pt modelId="{ED0D6E29-6B34-4E3A-BF12-B625D37E8AD5}" type="sibTrans" cxnId="{987B7C86-C022-4F56-83A0-259A5C62C541}">
      <dgm:prSet/>
      <dgm:spPr/>
      <dgm:t>
        <a:bodyPr/>
        <a:lstStyle/>
        <a:p>
          <a:endParaRPr lang="en-IN"/>
        </a:p>
      </dgm:t>
    </dgm:pt>
    <dgm:pt modelId="{C43C1BA0-211F-46E0-8E5D-E8F787F9DAA3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endParaRPr lang="en-IN" sz="2000" dirty="0"/>
        </a:p>
      </dgm:t>
    </dgm:pt>
    <dgm:pt modelId="{F09BFDEE-36EE-426E-B7A6-D9A0F6B3DDD8}" type="parTrans" cxnId="{A87534EE-18B7-4C6E-A869-8E0B5878E8CB}">
      <dgm:prSet/>
      <dgm:spPr/>
      <dgm:t>
        <a:bodyPr/>
        <a:lstStyle/>
        <a:p>
          <a:endParaRPr lang="en-IN"/>
        </a:p>
      </dgm:t>
    </dgm:pt>
    <dgm:pt modelId="{4438D0C2-1400-4836-8CE1-F472391EA0E0}" type="sibTrans" cxnId="{A87534EE-18B7-4C6E-A869-8E0B5878E8CB}">
      <dgm:prSet/>
      <dgm:spPr/>
      <dgm:t>
        <a:bodyPr/>
        <a:lstStyle/>
        <a:p>
          <a:endParaRPr lang="en-IN"/>
        </a:p>
      </dgm:t>
    </dgm:pt>
    <dgm:pt modelId="{D34D5B64-5E5B-4CC5-8911-EA3C846EBA7B}">
      <dgm:prSet phldrT="[Text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endParaRPr lang="en-IN" sz="2000" dirty="0">
            <a:solidFill>
              <a:schemeClr val="tx1"/>
            </a:solidFill>
          </a:endParaRPr>
        </a:p>
      </dgm:t>
    </dgm:pt>
    <dgm:pt modelId="{6AA84E63-C100-4E35-8EC6-02B25E7DB54C}" type="parTrans" cxnId="{9AAA9CEF-D342-4F99-B1A5-F574EA87610E}">
      <dgm:prSet/>
      <dgm:spPr/>
      <dgm:t>
        <a:bodyPr/>
        <a:lstStyle/>
        <a:p>
          <a:endParaRPr lang="en-IN"/>
        </a:p>
      </dgm:t>
    </dgm:pt>
    <dgm:pt modelId="{CF9F7FEA-772E-4F2F-B729-D99DA77A51E9}" type="sibTrans" cxnId="{9AAA9CEF-D342-4F99-B1A5-F574EA87610E}">
      <dgm:prSet/>
      <dgm:spPr/>
      <dgm:t>
        <a:bodyPr/>
        <a:lstStyle/>
        <a:p>
          <a:endParaRPr lang="en-IN"/>
        </a:p>
      </dgm:t>
    </dgm:pt>
    <dgm:pt modelId="{49E6728B-97D5-4595-B7C0-3D10F3112178}">
      <dgm:prSet phldrT="[Text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>
              <a:solidFill>
                <a:schemeClr val="tx1"/>
              </a:solidFill>
            </a:rPr>
            <a:t>Browser-based environment to run Apache, PHP, and MySQL without installation</a:t>
          </a:r>
          <a:endParaRPr lang="en-IN" sz="2000" dirty="0">
            <a:solidFill>
              <a:schemeClr val="tx1"/>
            </a:solidFill>
          </a:endParaRPr>
        </a:p>
      </dgm:t>
    </dgm:pt>
    <dgm:pt modelId="{C8A0C5FA-A614-4D9A-B824-CF7FF0E37036}" type="parTrans" cxnId="{1ED49243-250C-453C-A9DB-DC488E58761B}">
      <dgm:prSet/>
      <dgm:spPr/>
      <dgm:t>
        <a:bodyPr/>
        <a:lstStyle/>
        <a:p>
          <a:endParaRPr lang="en-IN"/>
        </a:p>
      </dgm:t>
    </dgm:pt>
    <dgm:pt modelId="{D8E6F396-6F6F-4A44-B726-9942382B5033}" type="sibTrans" cxnId="{1ED49243-250C-453C-A9DB-DC488E58761B}">
      <dgm:prSet/>
      <dgm:spPr/>
      <dgm:t>
        <a:bodyPr/>
        <a:lstStyle/>
        <a:p>
          <a:endParaRPr lang="en-IN"/>
        </a:p>
      </dgm:t>
    </dgm:pt>
    <dgm:pt modelId="{1A117E6D-D337-469C-AEC8-FF47198043D0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/>
            <a:t>Database used to store QR information with timestamp</a:t>
          </a:r>
          <a:endParaRPr lang="en-IN" sz="2000" dirty="0"/>
        </a:p>
      </dgm:t>
    </dgm:pt>
    <dgm:pt modelId="{E8C44BF5-AEE4-4BC8-86DC-E64272EB6004}" type="parTrans" cxnId="{79896211-E800-446B-9397-85BDE2FC05D6}">
      <dgm:prSet/>
      <dgm:spPr/>
      <dgm:t>
        <a:bodyPr/>
        <a:lstStyle/>
        <a:p>
          <a:endParaRPr lang="en-IN"/>
        </a:p>
      </dgm:t>
    </dgm:pt>
    <dgm:pt modelId="{6775DE88-2353-4B8C-8230-5FB9630BEB61}" type="sibTrans" cxnId="{79896211-E800-446B-9397-85BDE2FC05D6}">
      <dgm:prSet/>
      <dgm:spPr/>
      <dgm:t>
        <a:bodyPr/>
        <a:lstStyle/>
        <a:p>
          <a:endParaRPr lang="en-IN"/>
        </a:p>
      </dgm:t>
    </dgm:pt>
    <dgm:pt modelId="{8FEA4E28-7AEF-4D51-A5F1-DF30926A1822}">
      <dgm:prSet phldrT="[Text]" custT="1"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endParaRPr lang="en-IN" sz="2000" dirty="0">
            <a:solidFill>
              <a:schemeClr val="accent1">
                <a:lumMod val="50000"/>
              </a:schemeClr>
            </a:solidFill>
          </a:endParaRPr>
        </a:p>
      </dgm:t>
    </dgm:pt>
    <dgm:pt modelId="{27878B01-5702-40A0-B55E-31DC42FB9FD7}" type="parTrans" cxnId="{74944A2E-4FFB-4B9D-9E3A-DE0E16F5BB8B}">
      <dgm:prSet/>
      <dgm:spPr/>
      <dgm:t>
        <a:bodyPr/>
        <a:lstStyle/>
        <a:p>
          <a:endParaRPr lang="en-IN"/>
        </a:p>
      </dgm:t>
    </dgm:pt>
    <dgm:pt modelId="{A052BD79-243F-4255-8FC2-CC67BA228902}" type="sibTrans" cxnId="{74944A2E-4FFB-4B9D-9E3A-DE0E16F5BB8B}">
      <dgm:prSet/>
      <dgm:spPr/>
      <dgm:t>
        <a:bodyPr/>
        <a:lstStyle/>
        <a:p>
          <a:endParaRPr lang="en-IN"/>
        </a:p>
      </dgm:t>
    </dgm:pt>
    <dgm:pt modelId="{FE9FFCF2-78BD-417B-8624-4E89FD17B7C0}">
      <dgm:prSet phldrT="[Text]" custT="1"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>
              <a:solidFill>
                <a:schemeClr val="accent1">
                  <a:lumMod val="50000"/>
                </a:schemeClr>
              </a:solidFill>
            </a:rPr>
            <a:t>Used to design and style the user interface</a:t>
          </a:r>
          <a:endParaRPr lang="en-IN" sz="2000" dirty="0">
            <a:solidFill>
              <a:schemeClr val="accent1">
                <a:lumMod val="50000"/>
              </a:schemeClr>
            </a:solidFill>
          </a:endParaRPr>
        </a:p>
      </dgm:t>
    </dgm:pt>
    <dgm:pt modelId="{0536AFAB-8C3D-4395-A7F9-71FEC735758A}" type="parTrans" cxnId="{88AD7806-172A-4D2B-B23E-0A55069DF131}">
      <dgm:prSet/>
      <dgm:spPr/>
      <dgm:t>
        <a:bodyPr/>
        <a:lstStyle/>
        <a:p>
          <a:endParaRPr lang="en-IN"/>
        </a:p>
      </dgm:t>
    </dgm:pt>
    <dgm:pt modelId="{5893E28B-5FB8-4498-A497-609E9BC422EA}" type="sibTrans" cxnId="{88AD7806-172A-4D2B-B23E-0A55069DF131}">
      <dgm:prSet/>
      <dgm:spPr/>
      <dgm:t>
        <a:bodyPr/>
        <a:lstStyle/>
        <a:p>
          <a:endParaRPr lang="en-IN"/>
        </a:p>
      </dgm:t>
    </dgm:pt>
    <dgm:pt modelId="{6C8FD04E-95CC-48D6-AD94-49372704D6C6}">
      <dgm:prSet phldrT="[Text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>
              <a:solidFill>
                <a:schemeClr val="tx1"/>
              </a:solidFill>
            </a:rPr>
            <a:t>Used for backend processing and storing QR data</a:t>
          </a:r>
          <a:endParaRPr lang="en-IN" sz="2000" dirty="0">
            <a:solidFill>
              <a:schemeClr val="tx1"/>
            </a:solidFill>
          </a:endParaRPr>
        </a:p>
      </dgm:t>
    </dgm:pt>
    <dgm:pt modelId="{140E38E3-D716-4F74-91E7-593ED3531D16}" type="parTrans" cxnId="{66091EF4-877B-46A2-9C21-AF4FFB480387}">
      <dgm:prSet/>
      <dgm:spPr/>
      <dgm:t>
        <a:bodyPr/>
        <a:lstStyle/>
        <a:p>
          <a:endParaRPr lang="en-IN"/>
        </a:p>
      </dgm:t>
    </dgm:pt>
    <dgm:pt modelId="{78E48F2C-6C9A-4A15-9858-3678F97B32CD}" type="sibTrans" cxnId="{66091EF4-877B-46A2-9C21-AF4FFB480387}">
      <dgm:prSet/>
      <dgm:spPr/>
      <dgm:t>
        <a:bodyPr/>
        <a:lstStyle/>
        <a:p>
          <a:endParaRPr lang="en-IN"/>
        </a:p>
      </dgm:t>
    </dgm:pt>
    <dgm:pt modelId="{8D5C90C1-E7F4-47B9-925D-CF39F30E46D4}">
      <dgm:prSet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endParaRPr lang="en-IN"/>
        </a:p>
      </dgm:t>
    </dgm:pt>
    <dgm:pt modelId="{95CD2648-772D-49D3-AD3A-3AA3058D503F}" type="parTrans" cxnId="{8F864879-0898-4EC7-AD22-00FBA21C8A05}">
      <dgm:prSet/>
      <dgm:spPr/>
      <dgm:t>
        <a:bodyPr/>
        <a:lstStyle/>
        <a:p>
          <a:endParaRPr lang="en-IN"/>
        </a:p>
      </dgm:t>
    </dgm:pt>
    <dgm:pt modelId="{CC6926CF-E5A7-4EB7-AB10-B0CA31B81950}" type="sibTrans" cxnId="{8F864879-0898-4EC7-AD22-00FBA21C8A05}">
      <dgm:prSet/>
      <dgm:spPr/>
      <dgm:t>
        <a:bodyPr/>
        <a:lstStyle/>
        <a:p>
          <a:endParaRPr lang="en-IN"/>
        </a:p>
      </dgm:t>
    </dgm:pt>
    <dgm:pt modelId="{A7AD128E-1F4A-4E80-865D-EE37230A104B}" type="pres">
      <dgm:prSet presAssocID="{FDD2C369-A2EE-4DBA-B269-FE8E4688AC7B}" presName="Name0" presStyleCnt="0">
        <dgm:presLayoutVars>
          <dgm:dir/>
          <dgm:resizeHandles val="exact"/>
        </dgm:presLayoutVars>
      </dgm:prSet>
      <dgm:spPr/>
    </dgm:pt>
    <dgm:pt modelId="{C61E69B8-D11E-4B77-99D9-E04C3CEDDAEA}" type="pres">
      <dgm:prSet presAssocID="{D3F273E0-3904-40A0-BC7C-CB6D9234194F}" presName="node" presStyleLbl="node1" presStyleIdx="0" presStyleCnt="5">
        <dgm:presLayoutVars>
          <dgm:bulletEnabled val="1"/>
        </dgm:presLayoutVars>
      </dgm:prSet>
      <dgm:spPr/>
    </dgm:pt>
    <dgm:pt modelId="{158F2BE4-36B1-4101-A914-48E1D2383530}" type="pres">
      <dgm:prSet presAssocID="{7FA39FB2-FAF9-44CA-A7D3-DAF6E9C5F2EF}" presName="sibTrans" presStyleCnt="0"/>
      <dgm:spPr/>
    </dgm:pt>
    <dgm:pt modelId="{7012F184-AD3A-427A-958F-3D9CE80429C1}" type="pres">
      <dgm:prSet presAssocID="{8D5C90C1-E7F4-47B9-925D-CF39F30E46D4}" presName="node" presStyleLbl="node1" presStyleIdx="1" presStyleCnt="5">
        <dgm:presLayoutVars>
          <dgm:bulletEnabled val="1"/>
        </dgm:presLayoutVars>
      </dgm:prSet>
      <dgm:spPr/>
    </dgm:pt>
    <dgm:pt modelId="{93B4BDA4-E78D-43DB-AA97-E5409D2D3F0E}" type="pres">
      <dgm:prSet presAssocID="{CC6926CF-E5A7-4EB7-AB10-B0CA31B81950}" presName="sibTrans" presStyleCnt="0"/>
      <dgm:spPr/>
    </dgm:pt>
    <dgm:pt modelId="{FC66240A-DB56-41FF-B9EA-FD136FC8D0B7}" type="pres">
      <dgm:prSet presAssocID="{E8506A01-3669-4882-8D86-357BBA00212A}" presName="node" presStyleLbl="node1" presStyleIdx="2" presStyleCnt="5">
        <dgm:presLayoutVars>
          <dgm:bulletEnabled val="1"/>
        </dgm:presLayoutVars>
      </dgm:prSet>
      <dgm:spPr/>
    </dgm:pt>
    <dgm:pt modelId="{DF160427-7814-4374-83B0-3D59D624F98E}" type="pres">
      <dgm:prSet presAssocID="{081097D3-6FCF-4B81-B6D7-74B9F7E61917}" presName="sibTrans" presStyleCnt="0"/>
      <dgm:spPr/>
    </dgm:pt>
    <dgm:pt modelId="{233BDF81-134F-4E8E-95FB-26CF72305336}" type="pres">
      <dgm:prSet presAssocID="{7039C903-8ED9-4D9C-B6DB-AAFFA0BBEBBD}" presName="node" presStyleLbl="node1" presStyleIdx="3" presStyleCnt="5">
        <dgm:presLayoutVars>
          <dgm:bulletEnabled val="1"/>
        </dgm:presLayoutVars>
      </dgm:prSet>
      <dgm:spPr/>
    </dgm:pt>
    <dgm:pt modelId="{53C07757-33A4-4A48-BCD5-89D2B5E5408A}" type="pres">
      <dgm:prSet presAssocID="{ED0D6E29-6B34-4E3A-BF12-B625D37E8AD5}" presName="sibTrans" presStyleCnt="0"/>
      <dgm:spPr/>
    </dgm:pt>
    <dgm:pt modelId="{1B093FE6-9774-46CB-8DB8-E6A3D083EA71}" type="pres">
      <dgm:prSet presAssocID="{916DFE82-C302-4F65-82CA-21CA8A0901D6}" presName="node" presStyleLbl="node1" presStyleIdx="4" presStyleCnt="5">
        <dgm:presLayoutVars>
          <dgm:bulletEnabled val="1"/>
        </dgm:presLayoutVars>
      </dgm:prSet>
      <dgm:spPr/>
    </dgm:pt>
  </dgm:ptLst>
  <dgm:cxnLst>
    <dgm:cxn modelId="{37E00B01-8611-411A-B2D1-804AF18AF5FB}" type="presOf" srcId="{C68072B0-3B12-4123-B37E-1005C57E92A3}" destId="{FC66240A-DB56-41FF-B9EA-FD136FC8D0B7}" srcOrd="0" destOrd="1" presId="urn:microsoft.com/office/officeart/2005/8/layout/hList6"/>
    <dgm:cxn modelId="{2A10F403-92DD-49C6-A660-2BC2A54294FA}" type="presOf" srcId="{49E6728B-97D5-4595-B7C0-3D10F3112178}" destId="{C61E69B8-D11E-4B77-99D9-E04C3CEDDAEA}" srcOrd="0" destOrd="2" presId="urn:microsoft.com/office/officeart/2005/8/layout/hList6"/>
    <dgm:cxn modelId="{88AD7806-172A-4D2B-B23E-0A55069DF131}" srcId="{916DFE82-C302-4F65-82CA-21CA8A0901D6}" destId="{FE9FFCF2-78BD-417B-8624-4E89FD17B7C0}" srcOrd="2" destOrd="0" parTransId="{0536AFAB-8C3D-4395-A7F9-71FEC735758A}" sibTransId="{5893E28B-5FB8-4498-A497-609E9BC422EA}"/>
    <dgm:cxn modelId="{C533200E-A255-45D5-9063-7055FF8DE3BD}" type="presOf" srcId="{FDD2C369-A2EE-4DBA-B269-FE8E4688AC7B}" destId="{A7AD128E-1F4A-4E80-865D-EE37230A104B}" srcOrd="0" destOrd="0" presId="urn:microsoft.com/office/officeart/2005/8/layout/hList6"/>
    <dgm:cxn modelId="{393A0110-7711-4838-A6F2-84EAEF2FA3AC}" type="presOf" srcId="{D34D5B64-5E5B-4CC5-8911-EA3C846EBA7B}" destId="{FC66240A-DB56-41FF-B9EA-FD136FC8D0B7}" srcOrd="0" destOrd="2" presId="urn:microsoft.com/office/officeart/2005/8/layout/hList6"/>
    <dgm:cxn modelId="{79896211-E800-446B-9397-85BDE2FC05D6}" srcId="{7039C903-8ED9-4D9C-B6DB-AAFFA0BBEBBD}" destId="{1A117E6D-D337-469C-AEC8-FF47198043D0}" srcOrd="1" destOrd="0" parTransId="{E8C44BF5-AEE4-4BC8-86DC-E64272EB6004}" sibTransId="{6775DE88-2353-4B8C-8230-5FB9630BEB61}"/>
    <dgm:cxn modelId="{B54C1A21-BB6C-4ED6-B0B4-74D779CD93FD}" type="presOf" srcId="{C43C1BA0-211F-46E0-8E5D-E8F787F9DAA3}" destId="{233BDF81-134F-4E8E-95FB-26CF72305336}" srcOrd="0" destOrd="1" presId="urn:microsoft.com/office/officeart/2005/8/layout/hList6"/>
    <dgm:cxn modelId="{EBAC4122-3325-4DFD-9A63-4EC790DD26D8}" type="presOf" srcId="{FE9FFCF2-78BD-417B-8624-4E89FD17B7C0}" destId="{1B093FE6-9774-46CB-8DB8-E6A3D083EA71}" srcOrd="0" destOrd="3" presId="urn:microsoft.com/office/officeart/2005/8/layout/hList6"/>
    <dgm:cxn modelId="{9230062D-D975-4F7C-BDC7-045AB2464F98}" type="presOf" srcId="{9B9F0D0E-7339-4B7F-871C-D3BD2ECC2E02}" destId="{1B093FE6-9774-46CB-8DB8-E6A3D083EA71}" srcOrd="0" destOrd="1" presId="urn:microsoft.com/office/officeart/2005/8/layout/hList6"/>
    <dgm:cxn modelId="{74944A2E-4FFB-4B9D-9E3A-DE0E16F5BB8B}" srcId="{916DFE82-C302-4F65-82CA-21CA8A0901D6}" destId="{8FEA4E28-7AEF-4D51-A5F1-DF30926A1822}" srcOrd="1" destOrd="0" parTransId="{27878B01-5702-40A0-B55E-31DC42FB9FD7}" sibTransId="{A052BD79-243F-4255-8FC2-CC67BA228902}"/>
    <dgm:cxn modelId="{0F57365C-73FC-49AE-AE1F-98DDAF4574F6}" type="presOf" srcId="{1A117E6D-D337-469C-AEC8-FF47198043D0}" destId="{233BDF81-134F-4E8E-95FB-26CF72305336}" srcOrd="0" destOrd="2" presId="urn:microsoft.com/office/officeart/2005/8/layout/hList6"/>
    <dgm:cxn modelId="{1ED49243-250C-453C-A9DB-DC488E58761B}" srcId="{D3F273E0-3904-40A0-BC7C-CB6D9234194F}" destId="{49E6728B-97D5-4595-B7C0-3D10F3112178}" srcOrd="1" destOrd="0" parTransId="{C8A0C5FA-A614-4D9A-B824-CF7FF0E37036}" sibTransId="{D8E6F396-6F6F-4A44-B726-9942382B5033}"/>
    <dgm:cxn modelId="{5439F764-A4EB-4D11-881E-A6CEF8AA756B}" type="presOf" srcId="{8FEA4E28-7AEF-4D51-A5F1-DF30926A1822}" destId="{1B093FE6-9774-46CB-8DB8-E6A3D083EA71}" srcOrd="0" destOrd="2" presId="urn:microsoft.com/office/officeart/2005/8/layout/hList6"/>
    <dgm:cxn modelId="{6955FD6B-9B9D-4CE9-A567-D3B0BDE90046}" type="presOf" srcId="{8D5C90C1-E7F4-47B9-925D-CF39F30E46D4}" destId="{7012F184-AD3A-427A-958F-3D9CE80429C1}" srcOrd="0" destOrd="0" presId="urn:microsoft.com/office/officeart/2005/8/layout/hList6"/>
    <dgm:cxn modelId="{8F864879-0898-4EC7-AD22-00FBA21C8A05}" srcId="{FDD2C369-A2EE-4DBA-B269-FE8E4688AC7B}" destId="{8D5C90C1-E7F4-47B9-925D-CF39F30E46D4}" srcOrd="1" destOrd="0" parTransId="{95CD2648-772D-49D3-AD3A-3AA3058D503F}" sibTransId="{CC6926CF-E5A7-4EB7-AB10-B0CA31B81950}"/>
    <dgm:cxn modelId="{987B7C86-C022-4F56-83A0-259A5C62C541}" srcId="{FDD2C369-A2EE-4DBA-B269-FE8E4688AC7B}" destId="{7039C903-8ED9-4D9C-B6DB-AAFFA0BBEBBD}" srcOrd="3" destOrd="0" parTransId="{EB71B56E-A593-4912-A276-30D4D9BC0DE2}" sibTransId="{ED0D6E29-6B34-4E3A-BF12-B625D37E8AD5}"/>
    <dgm:cxn modelId="{4C513F88-BE57-4103-BFA9-A3C1137F1CBD}" type="presOf" srcId="{6C8FD04E-95CC-48D6-AD94-49372704D6C6}" destId="{FC66240A-DB56-41FF-B9EA-FD136FC8D0B7}" srcOrd="0" destOrd="3" presId="urn:microsoft.com/office/officeart/2005/8/layout/hList6"/>
    <dgm:cxn modelId="{188517A5-D74C-46FD-82D8-EC5EE6C77296}" type="presOf" srcId="{E8506A01-3669-4882-8D86-357BBA00212A}" destId="{FC66240A-DB56-41FF-B9EA-FD136FC8D0B7}" srcOrd="0" destOrd="0" presId="urn:microsoft.com/office/officeart/2005/8/layout/hList6"/>
    <dgm:cxn modelId="{0B5230C9-AA64-4AC5-8CC4-83B3AA8E483B}" srcId="{D3F273E0-3904-40A0-BC7C-CB6D9234194F}" destId="{A4CC4D16-4768-4180-934A-1C533DBEEBD8}" srcOrd="0" destOrd="0" parTransId="{C88A7598-0A34-4035-A685-D2134D9C11B7}" sibTransId="{5E4EB627-F32D-4EE7-B705-3D9974739473}"/>
    <dgm:cxn modelId="{3DF2A0D0-64AA-4557-97D2-F96E3901129C}" srcId="{FDD2C369-A2EE-4DBA-B269-FE8E4688AC7B}" destId="{916DFE82-C302-4F65-82CA-21CA8A0901D6}" srcOrd="4" destOrd="0" parTransId="{3DFDA9B1-B11E-4AE2-BF25-368E24A6877B}" sibTransId="{E7A843F4-3A65-4F91-9C7F-958226168BA5}"/>
    <dgm:cxn modelId="{2E0538D9-8292-459D-B23C-3F319A421212}" srcId="{916DFE82-C302-4F65-82CA-21CA8A0901D6}" destId="{9B9F0D0E-7339-4B7F-871C-D3BD2ECC2E02}" srcOrd="0" destOrd="0" parTransId="{4AB4F223-AE69-4B6E-9B33-144B1019C2AB}" sibTransId="{7AFEF6BC-B4ED-4EEC-AC1C-41F8FC1EED33}"/>
    <dgm:cxn modelId="{5F6B09DA-53AE-4F50-BEF6-BDA690F4C0D1}" type="presOf" srcId="{D3F273E0-3904-40A0-BC7C-CB6D9234194F}" destId="{C61E69B8-D11E-4B77-99D9-E04C3CEDDAEA}" srcOrd="0" destOrd="0" presId="urn:microsoft.com/office/officeart/2005/8/layout/hList6"/>
    <dgm:cxn modelId="{925D18DA-34EF-4B05-BE00-8098BA8AB4A1}" type="presOf" srcId="{7039C903-8ED9-4D9C-B6DB-AAFFA0BBEBBD}" destId="{233BDF81-134F-4E8E-95FB-26CF72305336}" srcOrd="0" destOrd="0" presId="urn:microsoft.com/office/officeart/2005/8/layout/hList6"/>
    <dgm:cxn modelId="{16E7E1EC-2081-437A-88E5-A5DD37B8E01E}" srcId="{FDD2C369-A2EE-4DBA-B269-FE8E4688AC7B}" destId="{E8506A01-3669-4882-8D86-357BBA00212A}" srcOrd="2" destOrd="0" parTransId="{ED661A23-B4C0-41C2-8F75-A2834C772A49}" sibTransId="{081097D3-6FCF-4B81-B6D7-74B9F7E61917}"/>
    <dgm:cxn modelId="{A87534EE-18B7-4C6E-A869-8E0B5878E8CB}" srcId="{7039C903-8ED9-4D9C-B6DB-AAFFA0BBEBBD}" destId="{C43C1BA0-211F-46E0-8E5D-E8F787F9DAA3}" srcOrd="0" destOrd="0" parTransId="{F09BFDEE-36EE-426E-B7A6-D9A0F6B3DDD8}" sibTransId="{4438D0C2-1400-4836-8CE1-F472391EA0E0}"/>
    <dgm:cxn modelId="{9AAA9CEF-D342-4F99-B1A5-F574EA87610E}" srcId="{E8506A01-3669-4882-8D86-357BBA00212A}" destId="{D34D5B64-5E5B-4CC5-8911-EA3C846EBA7B}" srcOrd="1" destOrd="0" parTransId="{6AA84E63-C100-4E35-8EC6-02B25E7DB54C}" sibTransId="{CF9F7FEA-772E-4F2F-B729-D99DA77A51E9}"/>
    <dgm:cxn modelId="{C2C7BDF2-28BE-4031-9AAE-5485782CA5E2}" srcId="{E8506A01-3669-4882-8D86-357BBA00212A}" destId="{C68072B0-3B12-4123-B37E-1005C57E92A3}" srcOrd="0" destOrd="0" parTransId="{CA39E4A9-B413-4BAE-A2AB-9F4E30A6D75C}" sibTransId="{AC23F9C8-41AE-4AAC-9B7F-D94F9EE38088}"/>
    <dgm:cxn modelId="{66091EF4-877B-46A2-9C21-AF4FFB480387}" srcId="{E8506A01-3669-4882-8D86-357BBA00212A}" destId="{6C8FD04E-95CC-48D6-AD94-49372704D6C6}" srcOrd="2" destOrd="0" parTransId="{140E38E3-D716-4F74-91E7-593ED3531D16}" sibTransId="{78E48F2C-6C9A-4A15-9858-3678F97B32CD}"/>
    <dgm:cxn modelId="{754961F6-F7AF-42BB-94C8-7EAC882EADF5}" type="presOf" srcId="{916DFE82-C302-4F65-82CA-21CA8A0901D6}" destId="{1B093FE6-9774-46CB-8DB8-E6A3D083EA71}" srcOrd="0" destOrd="0" presId="urn:microsoft.com/office/officeart/2005/8/layout/hList6"/>
    <dgm:cxn modelId="{D6817AF8-6F23-4E1D-B44D-0BE2406A8D3B}" srcId="{FDD2C369-A2EE-4DBA-B269-FE8E4688AC7B}" destId="{D3F273E0-3904-40A0-BC7C-CB6D9234194F}" srcOrd="0" destOrd="0" parTransId="{CDD742A6-1CD6-434F-B8E5-56EB2A0E3BB0}" sibTransId="{7FA39FB2-FAF9-44CA-A7D3-DAF6E9C5F2EF}"/>
    <dgm:cxn modelId="{C762BFFA-1E11-4D9B-8D48-F2CF2DDD53A8}" type="presOf" srcId="{A4CC4D16-4768-4180-934A-1C533DBEEBD8}" destId="{C61E69B8-D11E-4B77-99D9-E04C3CEDDAEA}" srcOrd="0" destOrd="1" presId="urn:microsoft.com/office/officeart/2005/8/layout/hList6"/>
    <dgm:cxn modelId="{246F80C1-A148-49C8-9075-F2423E9C7C69}" type="presParOf" srcId="{A7AD128E-1F4A-4E80-865D-EE37230A104B}" destId="{C61E69B8-D11E-4B77-99D9-E04C3CEDDAEA}" srcOrd="0" destOrd="0" presId="urn:microsoft.com/office/officeart/2005/8/layout/hList6"/>
    <dgm:cxn modelId="{3EE6FAB1-A3F3-43FC-8CF5-6BC4B9ADD9E3}" type="presParOf" srcId="{A7AD128E-1F4A-4E80-865D-EE37230A104B}" destId="{158F2BE4-36B1-4101-A914-48E1D2383530}" srcOrd="1" destOrd="0" presId="urn:microsoft.com/office/officeart/2005/8/layout/hList6"/>
    <dgm:cxn modelId="{68F8FD38-46CA-4094-9134-0ADC70EAB68D}" type="presParOf" srcId="{A7AD128E-1F4A-4E80-865D-EE37230A104B}" destId="{7012F184-AD3A-427A-958F-3D9CE80429C1}" srcOrd="2" destOrd="0" presId="urn:microsoft.com/office/officeart/2005/8/layout/hList6"/>
    <dgm:cxn modelId="{594FB651-BC94-4707-8972-F828313F1B64}" type="presParOf" srcId="{A7AD128E-1F4A-4E80-865D-EE37230A104B}" destId="{93B4BDA4-E78D-43DB-AA97-E5409D2D3F0E}" srcOrd="3" destOrd="0" presId="urn:microsoft.com/office/officeart/2005/8/layout/hList6"/>
    <dgm:cxn modelId="{DF224299-90E1-400F-A444-BED52D3F76A7}" type="presParOf" srcId="{A7AD128E-1F4A-4E80-865D-EE37230A104B}" destId="{FC66240A-DB56-41FF-B9EA-FD136FC8D0B7}" srcOrd="4" destOrd="0" presId="urn:microsoft.com/office/officeart/2005/8/layout/hList6"/>
    <dgm:cxn modelId="{BB4AAF7D-2708-476D-9A24-1453C03766E8}" type="presParOf" srcId="{A7AD128E-1F4A-4E80-865D-EE37230A104B}" destId="{DF160427-7814-4374-83B0-3D59D624F98E}" srcOrd="5" destOrd="0" presId="urn:microsoft.com/office/officeart/2005/8/layout/hList6"/>
    <dgm:cxn modelId="{D1217E6B-14BE-4CE8-AE5A-61E4BA7D2309}" type="presParOf" srcId="{A7AD128E-1F4A-4E80-865D-EE37230A104B}" destId="{233BDF81-134F-4E8E-95FB-26CF72305336}" srcOrd="6" destOrd="0" presId="urn:microsoft.com/office/officeart/2005/8/layout/hList6"/>
    <dgm:cxn modelId="{BE3ACB15-ECB8-496C-96D8-9D3BA5B38D2E}" type="presParOf" srcId="{A7AD128E-1F4A-4E80-865D-EE37230A104B}" destId="{53C07757-33A4-4A48-BCD5-89D2B5E5408A}" srcOrd="7" destOrd="0" presId="urn:microsoft.com/office/officeart/2005/8/layout/hList6"/>
    <dgm:cxn modelId="{198F3025-AB9D-4B15-B6EA-90A39A9A794D}" type="presParOf" srcId="{A7AD128E-1F4A-4E80-865D-EE37230A104B}" destId="{1B093FE6-9774-46CB-8DB8-E6A3D083EA71}" srcOrd="8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1E69B8-D11E-4B77-99D9-E04C3CEDDAEA}">
      <dsp:nvSpPr>
        <dsp:cNvPr id="0" name=""/>
        <dsp:cNvSpPr/>
      </dsp:nvSpPr>
      <dsp:spPr>
        <a:xfrm rot="16200000">
          <a:off x="-1233993" y="1240214"/>
          <a:ext cx="4663440" cy="2183010"/>
        </a:xfrm>
        <a:prstGeom prst="flowChartManualOperation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0" rIns="13335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solidFill>
                <a:schemeClr val="tx1"/>
              </a:solidFill>
            </a:rPr>
            <a:t>LAMP Sandbox (Endor)</a:t>
          </a:r>
          <a:endParaRPr lang="en-IN" sz="2100" kern="1200" dirty="0">
            <a:solidFill>
              <a:schemeClr val="tx1"/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000" kern="1200" dirty="0">
            <a:solidFill>
              <a:schemeClr val="tx1"/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000" kern="1200" dirty="0">
              <a:solidFill>
                <a:schemeClr val="tx1"/>
              </a:solidFill>
            </a:rPr>
            <a:t>Browser-based environment to run Apache, PHP, and MySQL without installation</a:t>
          </a:r>
          <a:endParaRPr lang="en-IN" sz="2000" kern="1200" dirty="0">
            <a:solidFill>
              <a:schemeClr val="tx1"/>
            </a:solidFill>
          </a:endParaRPr>
        </a:p>
      </dsp:txBody>
      <dsp:txXfrm rot="5400000">
        <a:off x="6222" y="932687"/>
        <a:ext cx="2183010" cy="2798064"/>
      </dsp:txXfrm>
    </dsp:sp>
    <dsp:sp modelId="{7012F184-AD3A-427A-958F-3D9CE80429C1}">
      <dsp:nvSpPr>
        <dsp:cNvPr id="0" name=""/>
        <dsp:cNvSpPr/>
      </dsp:nvSpPr>
      <dsp:spPr>
        <a:xfrm rot="16200000">
          <a:off x="1112743" y="1240214"/>
          <a:ext cx="4663440" cy="2183010"/>
        </a:xfrm>
        <a:prstGeom prst="flowChartManualOperati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0" tIns="0" rIns="41275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500" kern="1200"/>
        </a:p>
      </dsp:txBody>
      <dsp:txXfrm rot="5400000">
        <a:off x="2352958" y="932687"/>
        <a:ext cx="2183010" cy="2798064"/>
      </dsp:txXfrm>
    </dsp:sp>
    <dsp:sp modelId="{FC66240A-DB56-41FF-B9EA-FD136FC8D0B7}">
      <dsp:nvSpPr>
        <dsp:cNvPr id="0" name=""/>
        <dsp:cNvSpPr/>
      </dsp:nvSpPr>
      <dsp:spPr>
        <a:xfrm rot="16200000">
          <a:off x="3459480" y="1240214"/>
          <a:ext cx="4663440" cy="2183010"/>
        </a:xfrm>
        <a:prstGeom prst="flowChartManualOperation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solidFill>
                <a:schemeClr val="tx1"/>
              </a:solidFill>
            </a:rPr>
            <a:t>PHP</a:t>
          </a:r>
          <a:endParaRPr lang="en-IN" sz="2100" kern="1200" dirty="0">
            <a:solidFill>
              <a:schemeClr val="tx1"/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000" kern="1200" dirty="0">
            <a:solidFill>
              <a:schemeClr val="tx1"/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000" kern="1200" dirty="0">
            <a:solidFill>
              <a:schemeClr val="tx1"/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000" kern="1200" dirty="0">
              <a:solidFill>
                <a:schemeClr val="tx1"/>
              </a:solidFill>
            </a:rPr>
            <a:t>Used for backend processing and storing QR data</a:t>
          </a:r>
          <a:endParaRPr lang="en-IN" sz="2000" kern="1200" dirty="0">
            <a:solidFill>
              <a:schemeClr val="tx1"/>
            </a:solidFill>
          </a:endParaRPr>
        </a:p>
      </dsp:txBody>
      <dsp:txXfrm rot="5400000">
        <a:off x="4699695" y="932687"/>
        <a:ext cx="2183010" cy="2798064"/>
      </dsp:txXfrm>
    </dsp:sp>
    <dsp:sp modelId="{233BDF81-134F-4E8E-95FB-26CF72305336}">
      <dsp:nvSpPr>
        <dsp:cNvPr id="0" name=""/>
        <dsp:cNvSpPr/>
      </dsp:nvSpPr>
      <dsp:spPr>
        <a:xfrm rot="16200000">
          <a:off x="5806216" y="1240214"/>
          <a:ext cx="4663440" cy="2183010"/>
        </a:xfrm>
        <a:prstGeom prst="flowChartManualOperation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0" rIns="13335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MySQL (phpMyAdmin)</a:t>
          </a:r>
          <a:endParaRPr lang="en-IN" sz="21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000" kern="1200" dirty="0"/>
            <a:t>Database used to store QR information with timestamp</a:t>
          </a:r>
          <a:endParaRPr lang="en-IN" sz="2000" kern="1200" dirty="0"/>
        </a:p>
      </dsp:txBody>
      <dsp:txXfrm rot="5400000">
        <a:off x="7046431" y="932687"/>
        <a:ext cx="2183010" cy="2798064"/>
      </dsp:txXfrm>
    </dsp:sp>
    <dsp:sp modelId="{1B093FE6-9774-46CB-8DB8-E6A3D083EA71}">
      <dsp:nvSpPr>
        <dsp:cNvPr id="0" name=""/>
        <dsp:cNvSpPr/>
      </dsp:nvSpPr>
      <dsp:spPr>
        <a:xfrm rot="16200000">
          <a:off x="8152953" y="1240214"/>
          <a:ext cx="4663440" cy="2183010"/>
        </a:xfrm>
        <a:prstGeom prst="flowChartManualOperation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0" rIns="13335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solidFill>
                <a:schemeClr val="accent1">
                  <a:lumMod val="50000"/>
                </a:schemeClr>
              </a:solidFill>
            </a:rPr>
            <a:t>HTML &amp; CSS</a:t>
          </a:r>
          <a:endParaRPr lang="en-IN" sz="2100" kern="1200" dirty="0">
            <a:solidFill>
              <a:schemeClr val="accent1">
                <a:lumMod val="50000"/>
              </a:schemeClr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000" kern="1200" dirty="0">
            <a:solidFill>
              <a:schemeClr val="accent1">
                <a:lumMod val="50000"/>
              </a:schemeClr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000" kern="1200" dirty="0">
            <a:solidFill>
              <a:schemeClr val="accent1">
                <a:lumMod val="50000"/>
              </a:schemeClr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000" kern="1200" dirty="0">
              <a:solidFill>
                <a:schemeClr val="accent1">
                  <a:lumMod val="50000"/>
                </a:schemeClr>
              </a:solidFill>
            </a:rPr>
            <a:t>Used to design and style the user interface</a:t>
          </a:r>
          <a:endParaRPr lang="en-IN" sz="2000" kern="1200" dirty="0">
            <a:solidFill>
              <a:schemeClr val="accent1">
                <a:lumMod val="50000"/>
              </a:schemeClr>
            </a:solidFill>
          </a:endParaRPr>
        </a:p>
      </dsp:txBody>
      <dsp:txXfrm rot="5400000">
        <a:off x="9393168" y="932687"/>
        <a:ext cx="2183010" cy="27980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34E63-87E2-45F3-B716-81EB8FA93CEE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8D1302-3E4C-4715-9387-785D21606E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192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8D1302-3E4C-4715-9387-785D21606E5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554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8D1302-3E4C-4715-9387-785D21606E5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558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8D1302-3E4C-4715-9387-785D21606E5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48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8D1302-3E4C-4715-9387-785D21606E5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043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A2C43-110D-C18A-24CB-16EC32677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D0138-02C0-A6A9-D6A4-D173B7CEA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1A7B2-726C-84F8-9F1C-B7E1DCADF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6D0E-C8B7-4016-9049-C937AAA5C13E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E82DA-AB13-6FA8-9F01-0F7198A43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AD448-EDB8-8E5A-5DEA-5FBA03B19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A719-E205-4D5E-A350-96CCD6D31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900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1CCFC-6D5D-C2F0-476D-835637063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3D5BA-BBBD-1B44-6ABC-7E334D52F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F1146-092F-24CD-A3E6-C47CF9C1D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6D0E-C8B7-4016-9049-C937AAA5C13E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E28FD-9302-9886-A0E5-CCE22DFEB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82F74-BB75-D287-C256-D80E0215D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A719-E205-4D5E-A350-96CCD6D31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207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22AE3-9EBF-5E90-4098-E98CB7D02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FB108-6D5B-4F38-AA2A-20B780C6A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AFB48-21CC-21D8-7527-4E54F9979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6D0E-C8B7-4016-9049-C937AAA5C13E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0A90C-98AA-F763-E428-B9EC548EA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9E310-4CCD-7637-812B-17BA96AEC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A719-E205-4D5E-A350-96CCD6D31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070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BD9D7-8EDB-42E8-891D-C3D9214DA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D960B-CBED-8894-E44A-278A133285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3D49A3-07F4-5DFA-83D7-B3CE09DEF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3A525-73D4-639C-B061-A2EF147E0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6D0E-C8B7-4016-9049-C937AAA5C13E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B8DE5-D8B4-EAA2-1615-0D43808FB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3E88F-1D4A-56D3-52F9-9B73BA79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A719-E205-4D5E-A350-96CCD6D31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695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254C8-D290-A6DE-4C10-3DEC68E24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6F634-A987-56A3-4A68-228456E8F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6444E2-F6DE-B1B8-30CC-A467B1D59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CEDBCF-6FF3-E2F4-8B8F-EEE3D3BB4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279837-1054-BA57-B51B-B353428870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ED4C1A-21B9-BA0C-B235-64D02D258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6D0E-C8B7-4016-9049-C937AAA5C13E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656E25-251E-E90E-48DF-F8D63C5DD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10130-8DCA-FD6A-CD52-7DDD5885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A719-E205-4D5E-A350-96CCD6D31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165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348C-94FC-1407-1F22-13FFC0DE0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1687A-EDAD-7A76-274C-A3E193FB5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6D0E-C8B7-4016-9049-C937AAA5C13E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C767D2-C726-7887-59C6-911DF38E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1C99D9-5BC5-9DB3-717C-F911CA651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A719-E205-4D5E-A350-96CCD6D31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809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B963D-BCC6-82AD-FE22-F02CE908E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6D0E-C8B7-4016-9049-C937AAA5C13E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6E18F-6C8A-67DC-8CA1-BAF3D667D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1D5C8-5633-9D5B-8EB8-E98035005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A719-E205-4D5E-A350-96CCD6D31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630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8CF1D-EF3E-E6D1-FB5D-4682EF192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78A70-62FC-045F-6696-1DC36FBA7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C45F94-0CED-D86F-4F4C-21124E89E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A6730-9B2E-05EC-C541-F63E18EE4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6D0E-C8B7-4016-9049-C937AAA5C13E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06640-23DE-411A-5709-68729336E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157CD-229B-7704-2CB5-FA9C4E23D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A719-E205-4D5E-A350-96CCD6D31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08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27115-C81C-850E-908F-E1717E9E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6366F6-B84D-1939-C19A-E6E36E1C7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3C31B2-29E2-25A8-9801-916B5B89C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52F51-E992-A986-CA5E-141EDB020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6D0E-C8B7-4016-9049-C937AAA5C13E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46A11-907A-1AE4-B9AB-442325F6C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FD192-4201-06BD-9836-ADFABF44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A719-E205-4D5E-A350-96CCD6D31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06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8C556-40AB-C724-58DD-13C6BF110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E1DBA4-04B4-606A-D766-339C97224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EC900-A4BB-B4E2-82F0-19641E860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6D0E-C8B7-4016-9049-C937AAA5C13E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A9F8F-1753-463E-4626-3D48B17C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96AC5-FE29-CC3D-DEAF-962E6E6AF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A719-E205-4D5E-A350-96CCD6D31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185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3DCA85-C025-D47B-5595-52216F91B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0711E-8CEE-F5C6-9D1C-C1F193C5C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36EFE-C9B3-6D82-1C83-58642E71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6D0E-C8B7-4016-9049-C937AAA5C13E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EEA7F-78CC-27F5-F545-7E16D2C13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737CE-E1A7-035E-F39F-407F7446F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A719-E205-4D5E-A350-96CCD6D31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719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35D61E-96AA-0D96-4E22-6AC021E1B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2B953-B0EC-8275-D9F4-E81BE0C78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19BC6-2786-A9B6-5775-3E65A035B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7A6D0E-C8B7-4016-9049-C937AAA5C13E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CA8D1-935B-DA90-2541-BB0BC59B9E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72EDC-C182-A67F-C56D-6C269EBAB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3FA719-E205-4D5E-A350-96CCD6D31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061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hyperlink" Target="https://www.flexhouse.org/emarrb-revolutionizing-the-world-of-technology/" TargetMode="External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g"/><Relationship Id="rId5" Type="http://schemas.openxmlformats.org/officeDocument/2006/relationships/hyperlink" Target="https://www.shutterstock.com/search/barcode-verification" TargetMode="External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7932C5-6755-0D0E-F88A-CFDED80C7543}"/>
              </a:ext>
            </a:extLst>
          </p:cNvPr>
          <p:cNvSpPr txBox="1"/>
          <p:nvPr/>
        </p:nvSpPr>
        <p:spPr>
          <a:xfrm>
            <a:off x="0" y="4572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RT 524 Digital Agriculture</a:t>
            </a:r>
          </a:p>
        </p:txBody>
      </p:sp>
      <p:pic>
        <p:nvPicPr>
          <p:cNvPr id="2050" name="Picture 2" descr="Webinar: Department of Chemical Engineering, IIT Guwahati">
            <a:extLst>
              <a:ext uri="{FF2B5EF4-FFF2-40B4-BE49-F238E27FC236}">
                <a16:creationId xmlns:a16="http://schemas.microsoft.com/office/drawing/2014/main" id="{668171A1-0569-5C4E-CDC4-7AE956B938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5" r="18459"/>
          <a:stretch>
            <a:fillRect/>
          </a:stretch>
        </p:blipFill>
        <p:spPr bwMode="auto">
          <a:xfrm>
            <a:off x="182880" y="240030"/>
            <a:ext cx="1440078" cy="1421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A3E5FC-5A2D-D147-7F1D-4C392139FE3E}"/>
              </a:ext>
            </a:extLst>
          </p:cNvPr>
          <p:cNvSpPr txBox="1"/>
          <p:nvPr/>
        </p:nvSpPr>
        <p:spPr>
          <a:xfrm>
            <a:off x="1996440" y="2636520"/>
            <a:ext cx="8732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QR based product usage: Client-Server Architecture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B1DE9B-5A49-F196-E336-A7A1F0B3FFB9}"/>
              </a:ext>
            </a:extLst>
          </p:cNvPr>
          <p:cNvSpPr txBox="1"/>
          <p:nvPr/>
        </p:nvSpPr>
        <p:spPr>
          <a:xfrm>
            <a:off x="4602480" y="1203960"/>
            <a:ext cx="2834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MINI Project </a:t>
            </a:r>
          </a:p>
          <a:p>
            <a:pPr algn="ctr"/>
            <a:r>
              <a:rPr lang="en-IN" sz="2400" b="1" dirty="0"/>
              <a:t>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98033-57EE-A9F3-AFC5-25BE5F888366}"/>
              </a:ext>
            </a:extLst>
          </p:cNvPr>
          <p:cNvSpPr txBox="1"/>
          <p:nvPr/>
        </p:nvSpPr>
        <p:spPr>
          <a:xfrm>
            <a:off x="868680" y="5120640"/>
            <a:ext cx="350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/>
              <a:t>Anshuman Gosh(25415001)</a:t>
            </a:r>
          </a:p>
          <a:p>
            <a:r>
              <a:rPr lang="en-IN" dirty="0"/>
              <a:t>Chansa Raingam(254154003)</a:t>
            </a:r>
          </a:p>
          <a:p>
            <a:r>
              <a:rPr lang="en-IN" dirty="0" err="1"/>
              <a:t>Mtech</a:t>
            </a:r>
            <a:r>
              <a:rPr lang="en-IN" dirty="0"/>
              <a:t>, SART,IIT </a:t>
            </a:r>
            <a:r>
              <a:rPr lang="en-IN" dirty="0" err="1"/>
              <a:t>guwahati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6758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21EBF1-95AF-8C3E-B361-8B27B347EA94}"/>
              </a:ext>
            </a:extLst>
          </p:cNvPr>
          <p:cNvSpPr/>
          <p:nvPr/>
        </p:nvSpPr>
        <p:spPr>
          <a:xfrm>
            <a:off x="8090704" y="0"/>
            <a:ext cx="4101296" cy="6858000"/>
          </a:xfrm>
          <a:prstGeom prst="rect">
            <a:avLst/>
          </a:prstGeom>
          <a:solidFill>
            <a:srgbClr val="EBF7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FA515E-C08F-10F4-6C12-244A4DBE7529}"/>
              </a:ext>
            </a:extLst>
          </p:cNvPr>
          <p:cNvSpPr txBox="1"/>
          <p:nvPr/>
        </p:nvSpPr>
        <p:spPr>
          <a:xfrm>
            <a:off x="901161" y="2014697"/>
            <a:ext cx="7192745" cy="3756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1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</a:rPr>
              <a:t>The QR Verification System is a web-based application  developed using LAMP Sandbox environment. </a:t>
            </a:r>
          </a:p>
          <a:p>
            <a:pPr marL="514350" lvl="1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</a:rPr>
              <a:t>It allows users to submit QR codes either: </a:t>
            </a:r>
          </a:p>
          <a:p>
            <a:pPr marL="1257300" lvl="2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</a:rPr>
              <a:t>Manually (by entering QR ID) </a:t>
            </a:r>
          </a:p>
          <a:p>
            <a:pPr marL="1257300" lvl="2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</a:rPr>
              <a:t>By uploading QR image files </a:t>
            </a:r>
          </a:p>
          <a:p>
            <a:pPr marL="514350" lvl="1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</a:rPr>
              <a:t>The system stores QR details along with: </a:t>
            </a:r>
          </a:p>
          <a:p>
            <a:pPr marL="1257300" lvl="2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</a:rPr>
              <a:t>User information </a:t>
            </a:r>
          </a:p>
          <a:p>
            <a:pPr marL="1257300" lvl="2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</a:rPr>
              <a:t>Timestamp </a:t>
            </a:r>
          </a:p>
          <a:p>
            <a:pPr marL="1257300" lvl="2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</a:rPr>
              <a:t>Verification status </a:t>
            </a:r>
          </a:p>
          <a:p>
            <a:pPr marL="514350" lvl="1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</a:rPr>
              <a:t>It provides a basic framework for tracking and managing QR-based data.</a:t>
            </a:r>
          </a:p>
        </p:txBody>
      </p: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39D7A682-6D3B-8CF7-34E6-0A5FD0F018E8}"/>
              </a:ext>
            </a:extLst>
          </p:cNvPr>
          <p:cNvSpPr/>
          <p:nvPr/>
        </p:nvSpPr>
        <p:spPr>
          <a:xfrm>
            <a:off x="0" y="0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A8C265-1B01-1DB1-580F-3083B5AA705F}"/>
              </a:ext>
            </a:extLst>
          </p:cNvPr>
          <p:cNvSpPr txBox="1"/>
          <p:nvPr/>
        </p:nvSpPr>
        <p:spPr>
          <a:xfrm>
            <a:off x="1438918" y="626146"/>
            <a:ext cx="50313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Project overview</a:t>
            </a:r>
          </a:p>
          <a:p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32EBD-1CEF-88F3-39F0-27D390EE868C}"/>
              </a:ext>
            </a:extLst>
          </p:cNvPr>
          <p:cNvSpPr/>
          <p:nvPr/>
        </p:nvSpPr>
        <p:spPr>
          <a:xfrm>
            <a:off x="8095930" y="1870121"/>
            <a:ext cx="4096070" cy="375592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9523" t="-599" b="1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Graphic 17" descr="Qr Code with solid fill">
            <a:extLst>
              <a:ext uri="{FF2B5EF4-FFF2-40B4-BE49-F238E27FC236}">
                <a16:creationId xmlns:a16="http://schemas.microsoft.com/office/drawing/2014/main" id="{3D216C14-AFE9-87CA-DDAC-1F06FA73DC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612" y="610565"/>
            <a:ext cx="914400" cy="914400"/>
          </a:xfrm>
          <a:prstGeom prst="rect">
            <a:avLst/>
          </a:prstGeom>
        </p:spPr>
      </p:pic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FA8D4EAD-46B9-8770-6C86-6103656DD0A7}"/>
              </a:ext>
            </a:extLst>
          </p:cNvPr>
          <p:cNvSpPr/>
          <p:nvPr/>
        </p:nvSpPr>
        <p:spPr>
          <a:xfrm>
            <a:off x="0" y="6667019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820002-3E17-6443-2EB5-4E99E0303F26}"/>
              </a:ext>
            </a:extLst>
          </p:cNvPr>
          <p:cNvSpPr/>
          <p:nvPr/>
        </p:nvSpPr>
        <p:spPr>
          <a:xfrm>
            <a:off x="563880" y="2057400"/>
            <a:ext cx="152400" cy="3276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759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16AE1B3-4ED0-EECB-2B36-5FDA3A5AD670}"/>
              </a:ext>
            </a:extLst>
          </p:cNvPr>
          <p:cNvSpPr/>
          <p:nvPr/>
        </p:nvSpPr>
        <p:spPr>
          <a:xfrm>
            <a:off x="1574156" y="1701478"/>
            <a:ext cx="7234178" cy="3865944"/>
          </a:xfrm>
          <a:prstGeom prst="ellipse">
            <a:avLst/>
          </a:prstGeom>
          <a:solidFill>
            <a:srgbClr val="D9DB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4CBDCE-765C-555C-55FF-078FAC647958}"/>
              </a:ext>
            </a:extLst>
          </p:cNvPr>
          <p:cNvSpPr txBox="1"/>
          <p:nvPr/>
        </p:nvSpPr>
        <p:spPr>
          <a:xfrm>
            <a:off x="2439171" y="2160608"/>
            <a:ext cx="5975623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Develop a user-friendly QR-based system to record and store QR code data securely with automatic timestamping. 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Build a foundational platform that can be extended for future verification and approval processes. </a:t>
            </a:r>
          </a:p>
          <a:p>
            <a:endParaRPr lang="en-IN" dirty="0"/>
          </a:p>
        </p:txBody>
      </p:sp>
      <p:sp>
        <p:nvSpPr>
          <p:cNvPr id="3" name="Rectangle: Single Corner Snipped 2">
            <a:extLst>
              <a:ext uri="{FF2B5EF4-FFF2-40B4-BE49-F238E27FC236}">
                <a16:creationId xmlns:a16="http://schemas.microsoft.com/office/drawing/2014/main" id="{16062F29-1863-E039-0C0A-C99CEA8DF657}"/>
              </a:ext>
            </a:extLst>
          </p:cNvPr>
          <p:cNvSpPr/>
          <p:nvPr/>
        </p:nvSpPr>
        <p:spPr>
          <a:xfrm>
            <a:off x="0" y="0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CB377126-2287-DF98-A08B-C60252D96051}"/>
              </a:ext>
            </a:extLst>
          </p:cNvPr>
          <p:cNvSpPr/>
          <p:nvPr/>
        </p:nvSpPr>
        <p:spPr>
          <a:xfrm>
            <a:off x="0" y="6667019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540AC3-95A6-AB17-6DEB-F5A2C1872D15}"/>
              </a:ext>
            </a:extLst>
          </p:cNvPr>
          <p:cNvSpPr txBox="1"/>
          <p:nvPr/>
        </p:nvSpPr>
        <p:spPr>
          <a:xfrm>
            <a:off x="1875098" y="729205"/>
            <a:ext cx="57063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Objective</a:t>
            </a:r>
          </a:p>
          <a:p>
            <a:endParaRPr lang="en-IN" dirty="0"/>
          </a:p>
        </p:txBody>
      </p:sp>
      <p:pic>
        <p:nvPicPr>
          <p:cNvPr id="7" name="Graphic 6" descr="Bullseye with solid fill">
            <a:extLst>
              <a:ext uri="{FF2B5EF4-FFF2-40B4-BE49-F238E27FC236}">
                <a16:creationId xmlns:a16="http://schemas.microsoft.com/office/drawing/2014/main" id="{20E6D7DE-D518-178E-D537-AA3258D3D1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6410" y="714737"/>
            <a:ext cx="914400" cy="914400"/>
          </a:xfrm>
          <a:prstGeom prst="rect">
            <a:avLst/>
          </a:prstGeom>
        </p:spPr>
      </p:pic>
      <p:sp>
        <p:nvSpPr>
          <p:cNvPr id="10" name="Graphic 8" descr="QR Code">
            <a:extLst>
              <a:ext uri="{FF2B5EF4-FFF2-40B4-BE49-F238E27FC236}">
                <a16:creationId xmlns:a16="http://schemas.microsoft.com/office/drawing/2014/main" id="{C6EC8234-E4C3-BC5A-46C3-AB1BD9A0C452}"/>
              </a:ext>
            </a:extLst>
          </p:cNvPr>
          <p:cNvSpPr/>
          <p:nvPr/>
        </p:nvSpPr>
        <p:spPr>
          <a:xfrm>
            <a:off x="9074552" y="3750197"/>
            <a:ext cx="2721942" cy="2580136"/>
          </a:xfrm>
          <a:custGeom>
            <a:avLst/>
            <a:gdLst>
              <a:gd name="csX0" fmla="*/ 303259 w 2129642"/>
              <a:gd name="csY0" fmla="*/ 607493 h 2129642"/>
              <a:gd name="csX1" fmla="*/ 303259 w 2129642"/>
              <a:gd name="csY1" fmla="*/ 303259 h 2129642"/>
              <a:gd name="csX2" fmla="*/ 607493 w 2129642"/>
              <a:gd name="csY2" fmla="*/ 303259 h 2129642"/>
              <a:gd name="csX3" fmla="*/ 607493 w 2129642"/>
              <a:gd name="csY3" fmla="*/ 607493 h 2129642"/>
              <a:gd name="csX4" fmla="*/ 303259 w 2129642"/>
              <a:gd name="csY4" fmla="*/ 607493 h 2129642"/>
              <a:gd name="csX5" fmla="*/ -976 w 2129642"/>
              <a:gd name="csY5" fmla="*/ 911728 h 2129642"/>
              <a:gd name="csX6" fmla="*/ -976 w 2129642"/>
              <a:gd name="csY6" fmla="*/ -976 h 2129642"/>
              <a:gd name="csX7" fmla="*/ 911728 w 2129642"/>
              <a:gd name="csY7" fmla="*/ -976 h 2129642"/>
              <a:gd name="csX8" fmla="*/ 911728 w 2129642"/>
              <a:gd name="csY8" fmla="*/ 911728 h 2129642"/>
              <a:gd name="csX9" fmla="*/ -976 w 2129642"/>
              <a:gd name="csY9" fmla="*/ 911728 h 2129642"/>
              <a:gd name="csX10" fmla="*/ 151141 w 2129642"/>
              <a:gd name="csY10" fmla="*/ 151141 h 2129642"/>
              <a:gd name="csX11" fmla="*/ 151141 w 2129642"/>
              <a:gd name="csY11" fmla="*/ 759610 h 2129642"/>
              <a:gd name="csX12" fmla="*/ 759610 w 2129642"/>
              <a:gd name="csY12" fmla="*/ 759610 h 2129642"/>
              <a:gd name="csX13" fmla="*/ 759610 w 2129642"/>
              <a:gd name="csY13" fmla="*/ 151141 h 2129642"/>
              <a:gd name="csX14" fmla="*/ 151141 w 2129642"/>
              <a:gd name="csY14" fmla="*/ 151141 h 2129642"/>
              <a:gd name="csX15" fmla="*/ 303259 w 2129642"/>
              <a:gd name="csY15" fmla="*/ 1824432 h 2129642"/>
              <a:gd name="csX16" fmla="*/ 303259 w 2129642"/>
              <a:gd name="csY16" fmla="*/ 1520197 h 2129642"/>
              <a:gd name="csX17" fmla="*/ 607493 w 2129642"/>
              <a:gd name="csY17" fmla="*/ 1520197 h 2129642"/>
              <a:gd name="csX18" fmla="*/ 607493 w 2129642"/>
              <a:gd name="csY18" fmla="*/ 1824432 h 2129642"/>
              <a:gd name="csX19" fmla="*/ 303259 w 2129642"/>
              <a:gd name="csY19" fmla="*/ 1824432 h 2129642"/>
              <a:gd name="csX20" fmla="*/ -976 w 2129642"/>
              <a:gd name="csY20" fmla="*/ 2128666 h 2129642"/>
              <a:gd name="csX21" fmla="*/ -976 w 2129642"/>
              <a:gd name="csY21" fmla="*/ 1215962 h 2129642"/>
              <a:gd name="csX22" fmla="*/ 911728 w 2129642"/>
              <a:gd name="csY22" fmla="*/ 1215962 h 2129642"/>
              <a:gd name="csX23" fmla="*/ 911728 w 2129642"/>
              <a:gd name="csY23" fmla="*/ 2128666 h 2129642"/>
              <a:gd name="csX24" fmla="*/ -976 w 2129642"/>
              <a:gd name="csY24" fmla="*/ 2128666 h 2129642"/>
              <a:gd name="csX25" fmla="*/ 151141 w 2129642"/>
              <a:gd name="csY25" fmla="*/ 1368080 h 2129642"/>
              <a:gd name="csX26" fmla="*/ 151141 w 2129642"/>
              <a:gd name="csY26" fmla="*/ 1976549 h 2129642"/>
              <a:gd name="csX27" fmla="*/ 759610 w 2129642"/>
              <a:gd name="csY27" fmla="*/ 1976549 h 2129642"/>
              <a:gd name="csX28" fmla="*/ 759610 w 2129642"/>
              <a:gd name="csY28" fmla="*/ 1368080 h 2129642"/>
              <a:gd name="csX29" fmla="*/ 151141 w 2129642"/>
              <a:gd name="csY29" fmla="*/ 1368080 h 2129642"/>
              <a:gd name="csX30" fmla="*/ 1824432 w 2129642"/>
              <a:gd name="csY30" fmla="*/ 303259 h 2129642"/>
              <a:gd name="csX31" fmla="*/ 1824432 w 2129642"/>
              <a:gd name="csY31" fmla="*/ 607493 h 2129642"/>
              <a:gd name="csX32" fmla="*/ 1520197 w 2129642"/>
              <a:gd name="csY32" fmla="*/ 607493 h 2129642"/>
              <a:gd name="csX33" fmla="*/ 1520197 w 2129642"/>
              <a:gd name="csY33" fmla="*/ 303259 h 2129642"/>
              <a:gd name="csX34" fmla="*/ 1824432 w 2129642"/>
              <a:gd name="csY34" fmla="*/ 303259 h 2129642"/>
              <a:gd name="csX35" fmla="*/ 1215962 w 2129642"/>
              <a:gd name="csY35" fmla="*/ -976 h 2129642"/>
              <a:gd name="csX36" fmla="*/ 2128666 w 2129642"/>
              <a:gd name="csY36" fmla="*/ -976 h 2129642"/>
              <a:gd name="csX37" fmla="*/ 2128666 w 2129642"/>
              <a:gd name="csY37" fmla="*/ 911728 h 2129642"/>
              <a:gd name="csX38" fmla="*/ 1215962 w 2129642"/>
              <a:gd name="csY38" fmla="*/ 911728 h 2129642"/>
              <a:gd name="csX39" fmla="*/ 1215962 w 2129642"/>
              <a:gd name="csY39" fmla="*/ -976 h 2129642"/>
              <a:gd name="csX40" fmla="*/ 1976549 w 2129642"/>
              <a:gd name="csY40" fmla="*/ 759610 h 2129642"/>
              <a:gd name="csX41" fmla="*/ 1976549 w 2129642"/>
              <a:gd name="csY41" fmla="*/ 151141 h 2129642"/>
              <a:gd name="csX42" fmla="*/ 1368080 w 2129642"/>
              <a:gd name="csY42" fmla="*/ 151141 h 2129642"/>
              <a:gd name="csX43" fmla="*/ 1368080 w 2129642"/>
              <a:gd name="csY43" fmla="*/ 759610 h 2129642"/>
              <a:gd name="csX44" fmla="*/ 1976549 w 2129642"/>
              <a:gd name="csY44" fmla="*/ 759610 h 2129642"/>
              <a:gd name="csX45" fmla="*/ 1215962 w 2129642"/>
              <a:gd name="csY45" fmla="*/ 1672314 h 2129642"/>
              <a:gd name="csX46" fmla="*/ 1368080 w 2129642"/>
              <a:gd name="csY46" fmla="*/ 1672314 h 2129642"/>
              <a:gd name="csX47" fmla="*/ 1368080 w 2129642"/>
              <a:gd name="csY47" fmla="*/ 1824432 h 2129642"/>
              <a:gd name="csX48" fmla="*/ 1215962 w 2129642"/>
              <a:gd name="csY48" fmla="*/ 1824432 h 2129642"/>
              <a:gd name="csX49" fmla="*/ 1215962 w 2129642"/>
              <a:gd name="csY49" fmla="*/ 1672314 h 2129642"/>
              <a:gd name="csX50" fmla="*/ 1520197 w 2129642"/>
              <a:gd name="csY50" fmla="*/ 1368080 h 2129642"/>
              <a:gd name="csX51" fmla="*/ 1368080 w 2129642"/>
              <a:gd name="csY51" fmla="*/ 1368080 h 2129642"/>
              <a:gd name="csX52" fmla="*/ 1368080 w 2129642"/>
              <a:gd name="csY52" fmla="*/ 1520197 h 2129642"/>
              <a:gd name="csX53" fmla="*/ 1215962 w 2129642"/>
              <a:gd name="csY53" fmla="*/ 1520197 h 2129642"/>
              <a:gd name="csX54" fmla="*/ 1215962 w 2129642"/>
              <a:gd name="csY54" fmla="*/ 1215962 h 2129642"/>
              <a:gd name="csX55" fmla="*/ 1520197 w 2129642"/>
              <a:gd name="csY55" fmla="*/ 1215962 h 2129642"/>
              <a:gd name="csX56" fmla="*/ 1520197 w 2129642"/>
              <a:gd name="csY56" fmla="*/ 1368080 h 2129642"/>
              <a:gd name="csX57" fmla="*/ 1824432 w 2129642"/>
              <a:gd name="csY57" fmla="*/ 1215962 h 2129642"/>
              <a:gd name="csX58" fmla="*/ 1824432 w 2129642"/>
              <a:gd name="csY58" fmla="*/ 1368080 h 2129642"/>
              <a:gd name="csX59" fmla="*/ 1672314 w 2129642"/>
              <a:gd name="csY59" fmla="*/ 1368080 h 2129642"/>
              <a:gd name="csX60" fmla="*/ 1672314 w 2129642"/>
              <a:gd name="csY60" fmla="*/ 1215962 h 2129642"/>
              <a:gd name="csX61" fmla="*/ 1824432 w 2129642"/>
              <a:gd name="csY61" fmla="*/ 1215962 h 2129642"/>
              <a:gd name="csX62" fmla="*/ 1672314 w 2129642"/>
              <a:gd name="csY62" fmla="*/ 1368080 h 2129642"/>
              <a:gd name="csX63" fmla="*/ 1672314 w 2129642"/>
              <a:gd name="csY63" fmla="*/ 1672314 h 2129642"/>
              <a:gd name="csX64" fmla="*/ 1368080 w 2129642"/>
              <a:gd name="csY64" fmla="*/ 1672314 h 2129642"/>
              <a:gd name="csX65" fmla="*/ 1368080 w 2129642"/>
              <a:gd name="csY65" fmla="*/ 1520197 h 2129642"/>
              <a:gd name="csX66" fmla="*/ 1520197 w 2129642"/>
              <a:gd name="csY66" fmla="*/ 1520197 h 2129642"/>
              <a:gd name="csX67" fmla="*/ 1520197 w 2129642"/>
              <a:gd name="csY67" fmla="*/ 1368080 h 2129642"/>
              <a:gd name="csX68" fmla="*/ 1672314 w 2129642"/>
              <a:gd name="csY68" fmla="*/ 1368080 h 2129642"/>
              <a:gd name="csX69" fmla="*/ 1368080 w 2129642"/>
              <a:gd name="csY69" fmla="*/ 1824432 h 2129642"/>
              <a:gd name="csX70" fmla="*/ 1672314 w 2129642"/>
              <a:gd name="csY70" fmla="*/ 1824432 h 2129642"/>
              <a:gd name="csX71" fmla="*/ 1672314 w 2129642"/>
              <a:gd name="csY71" fmla="*/ 1976549 h 2129642"/>
              <a:gd name="csX72" fmla="*/ 1520197 w 2129642"/>
              <a:gd name="csY72" fmla="*/ 1976549 h 2129642"/>
              <a:gd name="csX73" fmla="*/ 1520197 w 2129642"/>
              <a:gd name="csY73" fmla="*/ 2128666 h 2129642"/>
              <a:gd name="csX74" fmla="*/ 1215962 w 2129642"/>
              <a:gd name="csY74" fmla="*/ 2128666 h 2129642"/>
              <a:gd name="csX75" fmla="*/ 1215962 w 2129642"/>
              <a:gd name="csY75" fmla="*/ 1976549 h 2129642"/>
              <a:gd name="csX76" fmla="*/ 1368080 w 2129642"/>
              <a:gd name="csY76" fmla="*/ 1976549 h 2129642"/>
              <a:gd name="csX77" fmla="*/ 1368080 w 2129642"/>
              <a:gd name="csY77" fmla="*/ 1824432 h 2129642"/>
              <a:gd name="csX78" fmla="*/ 1672314 w 2129642"/>
              <a:gd name="csY78" fmla="*/ 2128666 h 2129642"/>
              <a:gd name="csX79" fmla="*/ 1672314 w 2129642"/>
              <a:gd name="csY79" fmla="*/ 1976549 h 2129642"/>
              <a:gd name="csX80" fmla="*/ 1976549 w 2129642"/>
              <a:gd name="csY80" fmla="*/ 1976549 h 2129642"/>
              <a:gd name="csX81" fmla="*/ 1976549 w 2129642"/>
              <a:gd name="csY81" fmla="*/ 2128666 h 2129642"/>
              <a:gd name="csX82" fmla="*/ 1672314 w 2129642"/>
              <a:gd name="csY82" fmla="*/ 2128666 h 2129642"/>
              <a:gd name="csX83" fmla="*/ 2128666 w 2129642"/>
              <a:gd name="csY83" fmla="*/ 1976549 h 2129642"/>
              <a:gd name="csX84" fmla="*/ 1976549 w 2129642"/>
              <a:gd name="csY84" fmla="*/ 1976549 h 2129642"/>
              <a:gd name="csX85" fmla="*/ 1976549 w 2129642"/>
              <a:gd name="csY85" fmla="*/ 1672314 h 2129642"/>
              <a:gd name="csX86" fmla="*/ 2128666 w 2129642"/>
              <a:gd name="csY86" fmla="*/ 1672314 h 2129642"/>
              <a:gd name="csX87" fmla="*/ 2128666 w 2129642"/>
              <a:gd name="csY87" fmla="*/ 1976549 h 2129642"/>
              <a:gd name="csX88" fmla="*/ 1976549 w 2129642"/>
              <a:gd name="csY88" fmla="*/ 1368080 h 2129642"/>
              <a:gd name="csX89" fmla="*/ 1976549 w 2129642"/>
              <a:gd name="csY89" fmla="*/ 1215962 h 2129642"/>
              <a:gd name="csX90" fmla="*/ 2128666 w 2129642"/>
              <a:gd name="csY90" fmla="*/ 1215962 h 2129642"/>
              <a:gd name="csX91" fmla="*/ 2128666 w 2129642"/>
              <a:gd name="csY91" fmla="*/ 1520197 h 2129642"/>
              <a:gd name="csX92" fmla="*/ 1976549 w 2129642"/>
              <a:gd name="csY92" fmla="*/ 1520197 h 2129642"/>
              <a:gd name="csX93" fmla="*/ 1976549 w 2129642"/>
              <a:gd name="csY93" fmla="*/ 1672314 h 2129642"/>
              <a:gd name="csX94" fmla="*/ 1824432 w 2129642"/>
              <a:gd name="csY94" fmla="*/ 1672314 h 2129642"/>
              <a:gd name="csX95" fmla="*/ 1824432 w 2129642"/>
              <a:gd name="csY95" fmla="*/ 1368080 h 2129642"/>
              <a:gd name="csX96" fmla="*/ 1976549 w 2129642"/>
              <a:gd name="csY96" fmla="*/ 1368080 h 2129642"/>
              <a:gd name="csX97" fmla="*/ 1672314 w 2129642"/>
              <a:gd name="csY97" fmla="*/ 1824432 h 2129642"/>
              <a:gd name="csX98" fmla="*/ 1672314 w 2129642"/>
              <a:gd name="csY98" fmla="*/ 1672314 h 2129642"/>
              <a:gd name="csX99" fmla="*/ 1824432 w 2129642"/>
              <a:gd name="csY99" fmla="*/ 1672314 h 2129642"/>
              <a:gd name="csX100" fmla="*/ 1824432 w 2129642"/>
              <a:gd name="csY100" fmla="*/ 1824432 h 2129642"/>
              <a:gd name="csX101" fmla="*/ 1672314 w 2129642"/>
              <a:gd name="csY101" fmla="*/ 1824432 h 21296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</a:cxnLst>
            <a:rect l="l" t="t" r="r" b="b"/>
            <a:pathLst>
              <a:path w="2129642" h="2129642">
                <a:moveTo>
                  <a:pt x="303259" y="607493"/>
                </a:moveTo>
                <a:lnTo>
                  <a:pt x="303259" y="303259"/>
                </a:lnTo>
                <a:lnTo>
                  <a:pt x="607493" y="303259"/>
                </a:lnTo>
                <a:lnTo>
                  <a:pt x="607493" y="607493"/>
                </a:lnTo>
                <a:lnTo>
                  <a:pt x="303259" y="607493"/>
                </a:lnTo>
                <a:close/>
                <a:moveTo>
                  <a:pt x="-976" y="911728"/>
                </a:moveTo>
                <a:lnTo>
                  <a:pt x="-976" y="-976"/>
                </a:lnTo>
                <a:lnTo>
                  <a:pt x="911728" y="-976"/>
                </a:lnTo>
                <a:lnTo>
                  <a:pt x="911728" y="911728"/>
                </a:lnTo>
                <a:lnTo>
                  <a:pt x="-976" y="911728"/>
                </a:lnTo>
                <a:close/>
                <a:moveTo>
                  <a:pt x="151141" y="151141"/>
                </a:moveTo>
                <a:lnTo>
                  <a:pt x="151141" y="759610"/>
                </a:lnTo>
                <a:lnTo>
                  <a:pt x="759610" y="759610"/>
                </a:lnTo>
                <a:lnTo>
                  <a:pt x="759610" y="151141"/>
                </a:lnTo>
                <a:lnTo>
                  <a:pt x="151141" y="151141"/>
                </a:lnTo>
                <a:close/>
                <a:moveTo>
                  <a:pt x="303259" y="1824432"/>
                </a:moveTo>
                <a:lnTo>
                  <a:pt x="303259" y="1520197"/>
                </a:lnTo>
                <a:lnTo>
                  <a:pt x="607493" y="1520197"/>
                </a:lnTo>
                <a:lnTo>
                  <a:pt x="607493" y="1824432"/>
                </a:lnTo>
                <a:lnTo>
                  <a:pt x="303259" y="1824432"/>
                </a:lnTo>
                <a:close/>
                <a:moveTo>
                  <a:pt x="-976" y="2128666"/>
                </a:moveTo>
                <a:lnTo>
                  <a:pt x="-976" y="1215962"/>
                </a:lnTo>
                <a:lnTo>
                  <a:pt x="911728" y="1215962"/>
                </a:lnTo>
                <a:lnTo>
                  <a:pt x="911728" y="2128666"/>
                </a:lnTo>
                <a:lnTo>
                  <a:pt x="-976" y="2128666"/>
                </a:lnTo>
                <a:close/>
                <a:moveTo>
                  <a:pt x="151141" y="1368080"/>
                </a:moveTo>
                <a:lnTo>
                  <a:pt x="151141" y="1976549"/>
                </a:lnTo>
                <a:lnTo>
                  <a:pt x="759610" y="1976549"/>
                </a:lnTo>
                <a:lnTo>
                  <a:pt x="759610" y="1368080"/>
                </a:lnTo>
                <a:lnTo>
                  <a:pt x="151141" y="1368080"/>
                </a:lnTo>
                <a:close/>
                <a:moveTo>
                  <a:pt x="1824432" y="303259"/>
                </a:moveTo>
                <a:lnTo>
                  <a:pt x="1824432" y="607493"/>
                </a:lnTo>
                <a:lnTo>
                  <a:pt x="1520197" y="607493"/>
                </a:lnTo>
                <a:lnTo>
                  <a:pt x="1520197" y="303259"/>
                </a:lnTo>
                <a:lnTo>
                  <a:pt x="1824432" y="303259"/>
                </a:lnTo>
                <a:close/>
                <a:moveTo>
                  <a:pt x="1215962" y="-976"/>
                </a:moveTo>
                <a:lnTo>
                  <a:pt x="2128666" y="-976"/>
                </a:lnTo>
                <a:lnTo>
                  <a:pt x="2128666" y="911728"/>
                </a:lnTo>
                <a:lnTo>
                  <a:pt x="1215962" y="911728"/>
                </a:lnTo>
                <a:lnTo>
                  <a:pt x="1215962" y="-976"/>
                </a:lnTo>
                <a:close/>
                <a:moveTo>
                  <a:pt x="1976549" y="759610"/>
                </a:moveTo>
                <a:lnTo>
                  <a:pt x="1976549" y="151141"/>
                </a:lnTo>
                <a:lnTo>
                  <a:pt x="1368080" y="151141"/>
                </a:lnTo>
                <a:lnTo>
                  <a:pt x="1368080" y="759610"/>
                </a:lnTo>
                <a:lnTo>
                  <a:pt x="1976549" y="759610"/>
                </a:lnTo>
                <a:close/>
                <a:moveTo>
                  <a:pt x="1215962" y="1672314"/>
                </a:moveTo>
                <a:lnTo>
                  <a:pt x="1368080" y="1672314"/>
                </a:lnTo>
                <a:lnTo>
                  <a:pt x="1368080" y="1824432"/>
                </a:lnTo>
                <a:lnTo>
                  <a:pt x="1215962" y="1824432"/>
                </a:lnTo>
                <a:lnTo>
                  <a:pt x="1215962" y="1672314"/>
                </a:lnTo>
                <a:close/>
                <a:moveTo>
                  <a:pt x="1520197" y="1368080"/>
                </a:moveTo>
                <a:lnTo>
                  <a:pt x="1368080" y="1368080"/>
                </a:lnTo>
                <a:lnTo>
                  <a:pt x="1368080" y="1520197"/>
                </a:lnTo>
                <a:lnTo>
                  <a:pt x="1215962" y="1520197"/>
                </a:lnTo>
                <a:lnTo>
                  <a:pt x="1215962" y="1215962"/>
                </a:lnTo>
                <a:lnTo>
                  <a:pt x="1520197" y="1215962"/>
                </a:lnTo>
                <a:lnTo>
                  <a:pt x="1520197" y="1368080"/>
                </a:lnTo>
                <a:close/>
                <a:moveTo>
                  <a:pt x="1824432" y="1215962"/>
                </a:moveTo>
                <a:lnTo>
                  <a:pt x="1824432" y="1368080"/>
                </a:lnTo>
                <a:lnTo>
                  <a:pt x="1672314" y="1368080"/>
                </a:lnTo>
                <a:lnTo>
                  <a:pt x="1672314" y="1215962"/>
                </a:lnTo>
                <a:lnTo>
                  <a:pt x="1824432" y="1215962"/>
                </a:lnTo>
                <a:close/>
                <a:moveTo>
                  <a:pt x="1672314" y="1368080"/>
                </a:moveTo>
                <a:lnTo>
                  <a:pt x="1672314" y="1672314"/>
                </a:lnTo>
                <a:lnTo>
                  <a:pt x="1368080" y="1672314"/>
                </a:lnTo>
                <a:lnTo>
                  <a:pt x="1368080" y="1520197"/>
                </a:lnTo>
                <a:lnTo>
                  <a:pt x="1520197" y="1520197"/>
                </a:lnTo>
                <a:lnTo>
                  <a:pt x="1520197" y="1368080"/>
                </a:lnTo>
                <a:lnTo>
                  <a:pt x="1672314" y="1368080"/>
                </a:lnTo>
                <a:close/>
                <a:moveTo>
                  <a:pt x="1368080" y="1824432"/>
                </a:moveTo>
                <a:lnTo>
                  <a:pt x="1672314" y="1824432"/>
                </a:lnTo>
                <a:lnTo>
                  <a:pt x="1672314" y="1976549"/>
                </a:lnTo>
                <a:lnTo>
                  <a:pt x="1520197" y="1976549"/>
                </a:lnTo>
                <a:lnTo>
                  <a:pt x="1520197" y="2128666"/>
                </a:lnTo>
                <a:lnTo>
                  <a:pt x="1215962" y="2128666"/>
                </a:lnTo>
                <a:lnTo>
                  <a:pt x="1215962" y="1976549"/>
                </a:lnTo>
                <a:lnTo>
                  <a:pt x="1368080" y="1976549"/>
                </a:lnTo>
                <a:lnTo>
                  <a:pt x="1368080" y="1824432"/>
                </a:lnTo>
                <a:close/>
                <a:moveTo>
                  <a:pt x="1672314" y="2128666"/>
                </a:moveTo>
                <a:lnTo>
                  <a:pt x="1672314" y="1976549"/>
                </a:lnTo>
                <a:lnTo>
                  <a:pt x="1976549" y="1976549"/>
                </a:lnTo>
                <a:lnTo>
                  <a:pt x="1976549" y="2128666"/>
                </a:lnTo>
                <a:lnTo>
                  <a:pt x="1672314" y="2128666"/>
                </a:lnTo>
                <a:close/>
                <a:moveTo>
                  <a:pt x="2128666" y="1976549"/>
                </a:moveTo>
                <a:lnTo>
                  <a:pt x="1976549" y="1976549"/>
                </a:lnTo>
                <a:lnTo>
                  <a:pt x="1976549" y="1672314"/>
                </a:lnTo>
                <a:lnTo>
                  <a:pt x="2128666" y="1672314"/>
                </a:lnTo>
                <a:lnTo>
                  <a:pt x="2128666" y="1976549"/>
                </a:lnTo>
                <a:close/>
                <a:moveTo>
                  <a:pt x="1976549" y="1368080"/>
                </a:moveTo>
                <a:lnTo>
                  <a:pt x="1976549" y="1215962"/>
                </a:lnTo>
                <a:lnTo>
                  <a:pt x="2128666" y="1215962"/>
                </a:lnTo>
                <a:lnTo>
                  <a:pt x="2128666" y="1520197"/>
                </a:lnTo>
                <a:lnTo>
                  <a:pt x="1976549" y="1520197"/>
                </a:lnTo>
                <a:lnTo>
                  <a:pt x="1976549" y="1672314"/>
                </a:lnTo>
                <a:lnTo>
                  <a:pt x="1824432" y="1672314"/>
                </a:lnTo>
                <a:lnTo>
                  <a:pt x="1824432" y="1368080"/>
                </a:lnTo>
                <a:lnTo>
                  <a:pt x="1976549" y="1368080"/>
                </a:lnTo>
                <a:close/>
                <a:moveTo>
                  <a:pt x="1672314" y="1824432"/>
                </a:moveTo>
                <a:lnTo>
                  <a:pt x="1672314" y="1672314"/>
                </a:lnTo>
                <a:lnTo>
                  <a:pt x="1824432" y="1672314"/>
                </a:lnTo>
                <a:lnTo>
                  <a:pt x="1824432" y="1824432"/>
                </a:lnTo>
                <a:lnTo>
                  <a:pt x="1672314" y="1824432"/>
                </a:lnTo>
                <a:close/>
              </a:path>
            </a:pathLst>
          </a:custGeom>
          <a:solidFill>
            <a:srgbClr val="DEF2F9"/>
          </a:solidFill>
          <a:ln w="1186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678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CC2965-FFE1-C49A-4108-33582AC2AFEF}"/>
              </a:ext>
            </a:extLst>
          </p:cNvPr>
          <p:cNvSpPr txBox="1"/>
          <p:nvPr/>
        </p:nvSpPr>
        <p:spPr>
          <a:xfrm>
            <a:off x="1114702" y="1165672"/>
            <a:ext cx="726707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🔹 Technologies Used: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3CC3C-4D5A-E396-4B30-61D7ABB8392B}"/>
              </a:ext>
            </a:extLst>
          </p:cNvPr>
          <p:cNvSpPr txBox="1"/>
          <p:nvPr/>
        </p:nvSpPr>
        <p:spPr>
          <a:xfrm>
            <a:off x="1156311" y="219726"/>
            <a:ext cx="45835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accent1">
                    <a:lumMod val="50000"/>
                  </a:schemeClr>
                </a:solidFill>
              </a:rPr>
              <a:t>Methodology</a:t>
            </a:r>
          </a:p>
          <a:p>
            <a:endParaRPr lang="en-I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1FBC9B0-F90D-A66A-01D8-B8D95EC6E5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2112873"/>
              </p:ext>
            </p:extLst>
          </p:nvPr>
        </p:nvGraphicFramePr>
        <p:xfrm>
          <a:off x="336884" y="1737360"/>
          <a:ext cx="11582400" cy="4663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Graphic 8" descr="QR Code">
            <a:extLst>
              <a:ext uri="{FF2B5EF4-FFF2-40B4-BE49-F238E27FC236}">
                <a16:creationId xmlns:a16="http://schemas.microsoft.com/office/drawing/2014/main" id="{C305DD6D-1F67-B1A6-E179-50973ED80E3A}"/>
              </a:ext>
            </a:extLst>
          </p:cNvPr>
          <p:cNvSpPr/>
          <p:nvPr/>
        </p:nvSpPr>
        <p:spPr>
          <a:xfrm>
            <a:off x="10393680" y="0"/>
            <a:ext cx="1798320" cy="2011680"/>
          </a:xfrm>
          <a:custGeom>
            <a:avLst/>
            <a:gdLst>
              <a:gd name="csX0" fmla="*/ 303259 w 2129642"/>
              <a:gd name="csY0" fmla="*/ 607493 h 2129642"/>
              <a:gd name="csX1" fmla="*/ 303259 w 2129642"/>
              <a:gd name="csY1" fmla="*/ 303259 h 2129642"/>
              <a:gd name="csX2" fmla="*/ 607493 w 2129642"/>
              <a:gd name="csY2" fmla="*/ 303259 h 2129642"/>
              <a:gd name="csX3" fmla="*/ 607493 w 2129642"/>
              <a:gd name="csY3" fmla="*/ 607493 h 2129642"/>
              <a:gd name="csX4" fmla="*/ 303259 w 2129642"/>
              <a:gd name="csY4" fmla="*/ 607493 h 2129642"/>
              <a:gd name="csX5" fmla="*/ -976 w 2129642"/>
              <a:gd name="csY5" fmla="*/ 911728 h 2129642"/>
              <a:gd name="csX6" fmla="*/ -976 w 2129642"/>
              <a:gd name="csY6" fmla="*/ -976 h 2129642"/>
              <a:gd name="csX7" fmla="*/ 911728 w 2129642"/>
              <a:gd name="csY7" fmla="*/ -976 h 2129642"/>
              <a:gd name="csX8" fmla="*/ 911728 w 2129642"/>
              <a:gd name="csY8" fmla="*/ 911728 h 2129642"/>
              <a:gd name="csX9" fmla="*/ -976 w 2129642"/>
              <a:gd name="csY9" fmla="*/ 911728 h 2129642"/>
              <a:gd name="csX10" fmla="*/ 151141 w 2129642"/>
              <a:gd name="csY10" fmla="*/ 151141 h 2129642"/>
              <a:gd name="csX11" fmla="*/ 151141 w 2129642"/>
              <a:gd name="csY11" fmla="*/ 759610 h 2129642"/>
              <a:gd name="csX12" fmla="*/ 759610 w 2129642"/>
              <a:gd name="csY12" fmla="*/ 759610 h 2129642"/>
              <a:gd name="csX13" fmla="*/ 759610 w 2129642"/>
              <a:gd name="csY13" fmla="*/ 151141 h 2129642"/>
              <a:gd name="csX14" fmla="*/ 151141 w 2129642"/>
              <a:gd name="csY14" fmla="*/ 151141 h 2129642"/>
              <a:gd name="csX15" fmla="*/ 303259 w 2129642"/>
              <a:gd name="csY15" fmla="*/ 1824432 h 2129642"/>
              <a:gd name="csX16" fmla="*/ 303259 w 2129642"/>
              <a:gd name="csY16" fmla="*/ 1520197 h 2129642"/>
              <a:gd name="csX17" fmla="*/ 607493 w 2129642"/>
              <a:gd name="csY17" fmla="*/ 1520197 h 2129642"/>
              <a:gd name="csX18" fmla="*/ 607493 w 2129642"/>
              <a:gd name="csY18" fmla="*/ 1824432 h 2129642"/>
              <a:gd name="csX19" fmla="*/ 303259 w 2129642"/>
              <a:gd name="csY19" fmla="*/ 1824432 h 2129642"/>
              <a:gd name="csX20" fmla="*/ -976 w 2129642"/>
              <a:gd name="csY20" fmla="*/ 2128666 h 2129642"/>
              <a:gd name="csX21" fmla="*/ -976 w 2129642"/>
              <a:gd name="csY21" fmla="*/ 1215962 h 2129642"/>
              <a:gd name="csX22" fmla="*/ 911728 w 2129642"/>
              <a:gd name="csY22" fmla="*/ 1215962 h 2129642"/>
              <a:gd name="csX23" fmla="*/ 911728 w 2129642"/>
              <a:gd name="csY23" fmla="*/ 2128666 h 2129642"/>
              <a:gd name="csX24" fmla="*/ -976 w 2129642"/>
              <a:gd name="csY24" fmla="*/ 2128666 h 2129642"/>
              <a:gd name="csX25" fmla="*/ 151141 w 2129642"/>
              <a:gd name="csY25" fmla="*/ 1368080 h 2129642"/>
              <a:gd name="csX26" fmla="*/ 151141 w 2129642"/>
              <a:gd name="csY26" fmla="*/ 1976549 h 2129642"/>
              <a:gd name="csX27" fmla="*/ 759610 w 2129642"/>
              <a:gd name="csY27" fmla="*/ 1976549 h 2129642"/>
              <a:gd name="csX28" fmla="*/ 759610 w 2129642"/>
              <a:gd name="csY28" fmla="*/ 1368080 h 2129642"/>
              <a:gd name="csX29" fmla="*/ 151141 w 2129642"/>
              <a:gd name="csY29" fmla="*/ 1368080 h 2129642"/>
              <a:gd name="csX30" fmla="*/ 1824432 w 2129642"/>
              <a:gd name="csY30" fmla="*/ 303259 h 2129642"/>
              <a:gd name="csX31" fmla="*/ 1824432 w 2129642"/>
              <a:gd name="csY31" fmla="*/ 607493 h 2129642"/>
              <a:gd name="csX32" fmla="*/ 1520197 w 2129642"/>
              <a:gd name="csY32" fmla="*/ 607493 h 2129642"/>
              <a:gd name="csX33" fmla="*/ 1520197 w 2129642"/>
              <a:gd name="csY33" fmla="*/ 303259 h 2129642"/>
              <a:gd name="csX34" fmla="*/ 1824432 w 2129642"/>
              <a:gd name="csY34" fmla="*/ 303259 h 2129642"/>
              <a:gd name="csX35" fmla="*/ 1215962 w 2129642"/>
              <a:gd name="csY35" fmla="*/ -976 h 2129642"/>
              <a:gd name="csX36" fmla="*/ 2128666 w 2129642"/>
              <a:gd name="csY36" fmla="*/ -976 h 2129642"/>
              <a:gd name="csX37" fmla="*/ 2128666 w 2129642"/>
              <a:gd name="csY37" fmla="*/ 911728 h 2129642"/>
              <a:gd name="csX38" fmla="*/ 1215962 w 2129642"/>
              <a:gd name="csY38" fmla="*/ 911728 h 2129642"/>
              <a:gd name="csX39" fmla="*/ 1215962 w 2129642"/>
              <a:gd name="csY39" fmla="*/ -976 h 2129642"/>
              <a:gd name="csX40" fmla="*/ 1976549 w 2129642"/>
              <a:gd name="csY40" fmla="*/ 759610 h 2129642"/>
              <a:gd name="csX41" fmla="*/ 1976549 w 2129642"/>
              <a:gd name="csY41" fmla="*/ 151141 h 2129642"/>
              <a:gd name="csX42" fmla="*/ 1368080 w 2129642"/>
              <a:gd name="csY42" fmla="*/ 151141 h 2129642"/>
              <a:gd name="csX43" fmla="*/ 1368080 w 2129642"/>
              <a:gd name="csY43" fmla="*/ 759610 h 2129642"/>
              <a:gd name="csX44" fmla="*/ 1976549 w 2129642"/>
              <a:gd name="csY44" fmla="*/ 759610 h 2129642"/>
              <a:gd name="csX45" fmla="*/ 1215962 w 2129642"/>
              <a:gd name="csY45" fmla="*/ 1672314 h 2129642"/>
              <a:gd name="csX46" fmla="*/ 1368080 w 2129642"/>
              <a:gd name="csY46" fmla="*/ 1672314 h 2129642"/>
              <a:gd name="csX47" fmla="*/ 1368080 w 2129642"/>
              <a:gd name="csY47" fmla="*/ 1824432 h 2129642"/>
              <a:gd name="csX48" fmla="*/ 1215962 w 2129642"/>
              <a:gd name="csY48" fmla="*/ 1824432 h 2129642"/>
              <a:gd name="csX49" fmla="*/ 1215962 w 2129642"/>
              <a:gd name="csY49" fmla="*/ 1672314 h 2129642"/>
              <a:gd name="csX50" fmla="*/ 1520197 w 2129642"/>
              <a:gd name="csY50" fmla="*/ 1368080 h 2129642"/>
              <a:gd name="csX51" fmla="*/ 1368080 w 2129642"/>
              <a:gd name="csY51" fmla="*/ 1368080 h 2129642"/>
              <a:gd name="csX52" fmla="*/ 1368080 w 2129642"/>
              <a:gd name="csY52" fmla="*/ 1520197 h 2129642"/>
              <a:gd name="csX53" fmla="*/ 1215962 w 2129642"/>
              <a:gd name="csY53" fmla="*/ 1520197 h 2129642"/>
              <a:gd name="csX54" fmla="*/ 1215962 w 2129642"/>
              <a:gd name="csY54" fmla="*/ 1215962 h 2129642"/>
              <a:gd name="csX55" fmla="*/ 1520197 w 2129642"/>
              <a:gd name="csY55" fmla="*/ 1215962 h 2129642"/>
              <a:gd name="csX56" fmla="*/ 1520197 w 2129642"/>
              <a:gd name="csY56" fmla="*/ 1368080 h 2129642"/>
              <a:gd name="csX57" fmla="*/ 1824432 w 2129642"/>
              <a:gd name="csY57" fmla="*/ 1215962 h 2129642"/>
              <a:gd name="csX58" fmla="*/ 1824432 w 2129642"/>
              <a:gd name="csY58" fmla="*/ 1368080 h 2129642"/>
              <a:gd name="csX59" fmla="*/ 1672314 w 2129642"/>
              <a:gd name="csY59" fmla="*/ 1368080 h 2129642"/>
              <a:gd name="csX60" fmla="*/ 1672314 w 2129642"/>
              <a:gd name="csY60" fmla="*/ 1215962 h 2129642"/>
              <a:gd name="csX61" fmla="*/ 1824432 w 2129642"/>
              <a:gd name="csY61" fmla="*/ 1215962 h 2129642"/>
              <a:gd name="csX62" fmla="*/ 1672314 w 2129642"/>
              <a:gd name="csY62" fmla="*/ 1368080 h 2129642"/>
              <a:gd name="csX63" fmla="*/ 1672314 w 2129642"/>
              <a:gd name="csY63" fmla="*/ 1672314 h 2129642"/>
              <a:gd name="csX64" fmla="*/ 1368080 w 2129642"/>
              <a:gd name="csY64" fmla="*/ 1672314 h 2129642"/>
              <a:gd name="csX65" fmla="*/ 1368080 w 2129642"/>
              <a:gd name="csY65" fmla="*/ 1520197 h 2129642"/>
              <a:gd name="csX66" fmla="*/ 1520197 w 2129642"/>
              <a:gd name="csY66" fmla="*/ 1520197 h 2129642"/>
              <a:gd name="csX67" fmla="*/ 1520197 w 2129642"/>
              <a:gd name="csY67" fmla="*/ 1368080 h 2129642"/>
              <a:gd name="csX68" fmla="*/ 1672314 w 2129642"/>
              <a:gd name="csY68" fmla="*/ 1368080 h 2129642"/>
              <a:gd name="csX69" fmla="*/ 1368080 w 2129642"/>
              <a:gd name="csY69" fmla="*/ 1824432 h 2129642"/>
              <a:gd name="csX70" fmla="*/ 1672314 w 2129642"/>
              <a:gd name="csY70" fmla="*/ 1824432 h 2129642"/>
              <a:gd name="csX71" fmla="*/ 1672314 w 2129642"/>
              <a:gd name="csY71" fmla="*/ 1976549 h 2129642"/>
              <a:gd name="csX72" fmla="*/ 1520197 w 2129642"/>
              <a:gd name="csY72" fmla="*/ 1976549 h 2129642"/>
              <a:gd name="csX73" fmla="*/ 1520197 w 2129642"/>
              <a:gd name="csY73" fmla="*/ 2128666 h 2129642"/>
              <a:gd name="csX74" fmla="*/ 1215962 w 2129642"/>
              <a:gd name="csY74" fmla="*/ 2128666 h 2129642"/>
              <a:gd name="csX75" fmla="*/ 1215962 w 2129642"/>
              <a:gd name="csY75" fmla="*/ 1976549 h 2129642"/>
              <a:gd name="csX76" fmla="*/ 1368080 w 2129642"/>
              <a:gd name="csY76" fmla="*/ 1976549 h 2129642"/>
              <a:gd name="csX77" fmla="*/ 1368080 w 2129642"/>
              <a:gd name="csY77" fmla="*/ 1824432 h 2129642"/>
              <a:gd name="csX78" fmla="*/ 1672314 w 2129642"/>
              <a:gd name="csY78" fmla="*/ 2128666 h 2129642"/>
              <a:gd name="csX79" fmla="*/ 1672314 w 2129642"/>
              <a:gd name="csY79" fmla="*/ 1976549 h 2129642"/>
              <a:gd name="csX80" fmla="*/ 1976549 w 2129642"/>
              <a:gd name="csY80" fmla="*/ 1976549 h 2129642"/>
              <a:gd name="csX81" fmla="*/ 1976549 w 2129642"/>
              <a:gd name="csY81" fmla="*/ 2128666 h 2129642"/>
              <a:gd name="csX82" fmla="*/ 1672314 w 2129642"/>
              <a:gd name="csY82" fmla="*/ 2128666 h 2129642"/>
              <a:gd name="csX83" fmla="*/ 2128666 w 2129642"/>
              <a:gd name="csY83" fmla="*/ 1976549 h 2129642"/>
              <a:gd name="csX84" fmla="*/ 1976549 w 2129642"/>
              <a:gd name="csY84" fmla="*/ 1976549 h 2129642"/>
              <a:gd name="csX85" fmla="*/ 1976549 w 2129642"/>
              <a:gd name="csY85" fmla="*/ 1672314 h 2129642"/>
              <a:gd name="csX86" fmla="*/ 2128666 w 2129642"/>
              <a:gd name="csY86" fmla="*/ 1672314 h 2129642"/>
              <a:gd name="csX87" fmla="*/ 2128666 w 2129642"/>
              <a:gd name="csY87" fmla="*/ 1976549 h 2129642"/>
              <a:gd name="csX88" fmla="*/ 1976549 w 2129642"/>
              <a:gd name="csY88" fmla="*/ 1368080 h 2129642"/>
              <a:gd name="csX89" fmla="*/ 1976549 w 2129642"/>
              <a:gd name="csY89" fmla="*/ 1215962 h 2129642"/>
              <a:gd name="csX90" fmla="*/ 2128666 w 2129642"/>
              <a:gd name="csY90" fmla="*/ 1215962 h 2129642"/>
              <a:gd name="csX91" fmla="*/ 2128666 w 2129642"/>
              <a:gd name="csY91" fmla="*/ 1520197 h 2129642"/>
              <a:gd name="csX92" fmla="*/ 1976549 w 2129642"/>
              <a:gd name="csY92" fmla="*/ 1520197 h 2129642"/>
              <a:gd name="csX93" fmla="*/ 1976549 w 2129642"/>
              <a:gd name="csY93" fmla="*/ 1672314 h 2129642"/>
              <a:gd name="csX94" fmla="*/ 1824432 w 2129642"/>
              <a:gd name="csY94" fmla="*/ 1672314 h 2129642"/>
              <a:gd name="csX95" fmla="*/ 1824432 w 2129642"/>
              <a:gd name="csY95" fmla="*/ 1368080 h 2129642"/>
              <a:gd name="csX96" fmla="*/ 1976549 w 2129642"/>
              <a:gd name="csY96" fmla="*/ 1368080 h 2129642"/>
              <a:gd name="csX97" fmla="*/ 1672314 w 2129642"/>
              <a:gd name="csY97" fmla="*/ 1824432 h 2129642"/>
              <a:gd name="csX98" fmla="*/ 1672314 w 2129642"/>
              <a:gd name="csY98" fmla="*/ 1672314 h 2129642"/>
              <a:gd name="csX99" fmla="*/ 1824432 w 2129642"/>
              <a:gd name="csY99" fmla="*/ 1672314 h 2129642"/>
              <a:gd name="csX100" fmla="*/ 1824432 w 2129642"/>
              <a:gd name="csY100" fmla="*/ 1824432 h 2129642"/>
              <a:gd name="csX101" fmla="*/ 1672314 w 2129642"/>
              <a:gd name="csY101" fmla="*/ 1824432 h 21296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</a:cxnLst>
            <a:rect l="l" t="t" r="r" b="b"/>
            <a:pathLst>
              <a:path w="2129642" h="2129642">
                <a:moveTo>
                  <a:pt x="303259" y="607493"/>
                </a:moveTo>
                <a:lnTo>
                  <a:pt x="303259" y="303259"/>
                </a:lnTo>
                <a:lnTo>
                  <a:pt x="607493" y="303259"/>
                </a:lnTo>
                <a:lnTo>
                  <a:pt x="607493" y="607493"/>
                </a:lnTo>
                <a:lnTo>
                  <a:pt x="303259" y="607493"/>
                </a:lnTo>
                <a:close/>
                <a:moveTo>
                  <a:pt x="-976" y="911728"/>
                </a:moveTo>
                <a:lnTo>
                  <a:pt x="-976" y="-976"/>
                </a:lnTo>
                <a:lnTo>
                  <a:pt x="911728" y="-976"/>
                </a:lnTo>
                <a:lnTo>
                  <a:pt x="911728" y="911728"/>
                </a:lnTo>
                <a:lnTo>
                  <a:pt x="-976" y="911728"/>
                </a:lnTo>
                <a:close/>
                <a:moveTo>
                  <a:pt x="151141" y="151141"/>
                </a:moveTo>
                <a:lnTo>
                  <a:pt x="151141" y="759610"/>
                </a:lnTo>
                <a:lnTo>
                  <a:pt x="759610" y="759610"/>
                </a:lnTo>
                <a:lnTo>
                  <a:pt x="759610" y="151141"/>
                </a:lnTo>
                <a:lnTo>
                  <a:pt x="151141" y="151141"/>
                </a:lnTo>
                <a:close/>
                <a:moveTo>
                  <a:pt x="303259" y="1824432"/>
                </a:moveTo>
                <a:lnTo>
                  <a:pt x="303259" y="1520197"/>
                </a:lnTo>
                <a:lnTo>
                  <a:pt x="607493" y="1520197"/>
                </a:lnTo>
                <a:lnTo>
                  <a:pt x="607493" y="1824432"/>
                </a:lnTo>
                <a:lnTo>
                  <a:pt x="303259" y="1824432"/>
                </a:lnTo>
                <a:close/>
                <a:moveTo>
                  <a:pt x="-976" y="2128666"/>
                </a:moveTo>
                <a:lnTo>
                  <a:pt x="-976" y="1215962"/>
                </a:lnTo>
                <a:lnTo>
                  <a:pt x="911728" y="1215962"/>
                </a:lnTo>
                <a:lnTo>
                  <a:pt x="911728" y="2128666"/>
                </a:lnTo>
                <a:lnTo>
                  <a:pt x="-976" y="2128666"/>
                </a:lnTo>
                <a:close/>
                <a:moveTo>
                  <a:pt x="151141" y="1368080"/>
                </a:moveTo>
                <a:lnTo>
                  <a:pt x="151141" y="1976549"/>
                </a:lnTo>
                <a:lnTo>
                  <a:pt x="759610" y="1976549"/>
                </a:lnTo>
                <a:lnTo>
                  <a:pt x="759610" y="1368080"/>
                </a:lnTo>
                <a:lnTo>
                  <a:pt x="151141" y="1368080"/>
                </a:lnTo>
                <a:close/>
                <a:moveTo>
                  <a:pt x="1824432" y="303259"/>
                </a:moveTo>
                <a:lnTo>
                  <a:pt x="1824432" y="607493"/>
                </a:lnTo>
                <a:lnTo>
                  <a:pt x="1520197" y="607493"/>
                </a:lnTo>
                <a:lnTo>
                  <a:pt x="1520197" y="303259"/>
                </a:lnTo>
                <a:lnTo>
                  <a:pt x="1824432" y="303259"/>
                </a:lnTo>
                <a:close/>
                <a:moveTo>
                  <a:pt x="1215962" y="-976"/>
                </a:moveTo>
                <a:lnTo>
                  <a:pt x="2128666" y="-976"/>
                </a:lnTo>
                <a:lnTo>
                  <a:pt x="2128666" y="911728"/>
                </a:lnTo>
                <a:lnTo>
                  <a:pt x="1215962" y="911728"/>
                </a:lnTo>
                <a:lnTo>
                  <a:pt x="1215962" y="-976"/>
                </a:lnTo>
                <a:close/>
                <a:moveTo>
                  <a:pt x="1976549" y="759610"/>
                </a:moveTo>
                <a:lnTo>
                  <a:pt x="1976549" y="151141"/>
                </a:lnTo>
                <a:lnTo>
                  <a:pt x="1368080" y="151141"/>
                </a:lnTo>
                <a:lnTo>
                  <a:pt x="1368080" y="759610"/>
                </a:lnTo>
                <a:lnTo>
                  <a:pt x="1976549" y="759610"/>
                </a:lnTo>
                <a:close/>
                <a:moveTo>
                  <a:pt x="1215962" y="1672314"/>
                </a:moveTo>
                <a:lnTo>
                  <a:pt x="1368080" y="1672314"/>
                </a:lnTo>
                <a:lnTo>
                  <a:pt x="1368080" y="1824432"/>
                </a:lnTo>
                <a:lnTo>
                  <a:pt x="1215962" y="1824432"/>
                </a:lnTo>
                <a:lnTo>
                  <a:pt x="1215962" y="1672314"/>
                </a:lnTo>
                <a:close/>
                <a:moveTo>
                  <a:pt x="1520197" y="1368080"/>
                </a:moveTo>
                <a:lnTo>
                  <a:pt x="1368080" y="1368080"/>
                </a:lnTo>
                <a:lnTo>
                  <a:pt x="1368080" y="1520197"/>
                </a:lnTo>
                <a:lnTo>
                  <a:pt x="1215962" y="1520197"/>
                </a:lnTo>
                <a:lnTo>
                  <a:pt x="1215962" y="1215962"/>
                </a:lnTo>
                <a:lnTo>
                  <a:pt x="1520197" y="1215962"/>
                </a:lnTo>
                <a:lnTo>
                  <a:pt x="1520197" y="1368080"/>
                </a:lnTo>
                <a:close/>
                <a:moveTo>
                  <a:pt x="1824432" y="1215962"/>
                </a:moveTo>
                <a:lnTo>
                  <a:pt x="1824432" y="1368080"/>
                </a:lnTo>
                <a:lnTo>
                  <a:pt x="1672314" y="1368080"/>
                </a:lnTo>
                <a:lnTo>
                  <a:pt x="1672314" y="1215962"/>
                </a:lnTo>
                <a:lnTo>
                  <a:pt x="1824432" y="1215962"/>
                </a:lnTo>
                <a:close/>
                <a:moveTo>
                  <a:pt x="1672314" y="1368080"/>
                </a:moveTo>
                <a:lnTo>
                  <a:pt x="1672314" y="1672314"/>
                </a:lnTo>
                <a:lnTo>
                  <a:pt x="1368080" y="1672314"/>
                </a:lnTo>
                <a:lnTo>
                  <a:pt x="1368080" y="1520197"/>
                </a:lnTo>
                <a:lnTo>
                  <a:pt x="1520197" y="1520197"/>
                </a:lnTo>
                <a:lnTo>
                  <a:pt x="1520197" y="1368080"/>
                </a:lnTo>
                <a:lnTo>
                  <a:pt x="1672314" y="1368080"/>
                </a:lnTo>
                <a:close/>
                <a:moveTo>
                  <a:pt x="1368080" y="1824432"/>
                </a:moveTo>
                <a:lnTo>
                  <a:pt x="1672314" y="1824432"/>
                </a:lnTo>
                <a:lnTo>
                  <a:pt x="1672314" y="1976549"/>
                </a:lnTo>
                <a:lnTo>
                  <a:pt x="1520197" y="1976549"/>
                </a:lnTo>
                <a:lnTo>
                  <a:pt x="1520197" y="2128666"/>
                </a:lnTo>
                <a:lnTo>
                  <a:pt x="1215962" y="2128666"/>
                </a:lnTo>
                <a:lnTo>
                  <a:pt x="1215962" y="1976549"/>
                </a:lnTo>
                <a:lnTo>
                  <a:pt x="1368080" y="1976549"/>
                </a:lnTo>
                <a:lnTo>
                  <a:pt x="1368080" y="1824432"/>
                </a:lnTo>
                <a:close/>
                <a:moveTo>
                  <a:pt x="1672314" y="2128666"/>
                </a:moveTo>
                <a:lnTo>
                  <a:pt x="1672314" y="1976549"/>
                </a:lnTo>
                <a:lnTo>
                  <a:pt x="1976549" y="1976549"/>
                </a:lnTo>
                <a:lnTo>
                  <a:pt x="1976549" y="2128666"/>
                </a:lnTo>
                <a:lnTo>
                  <a:pt x="1672314" y="2128666"/>
                </a:lnTo>
                <a:close/>
                <a:moveTo>
                  <a:pt x="2128666" y="1976549"/>
                </a:moveTo>
                <a:lnTo>
                  <a:pt x="1976549" y="1976549"/>
                </a:lnTo>
                <a:lnTo>
                  <a:pt x="1976549" y="1672314"/>
                </a:lnTo>
                <a:lnTo>
                  <a:pt x="2128666" y="1672314"/>
                </a:lnTo>
                <a:lnTo>
                  <a:pt x="2128666" y="1976549"/>
                </a:lnTo>
                <a:close/>
                <a:moveTo>
                  <a:pt x="1976549" y="1368080"/>
                </a:moveTo>
                <a:lnTo>
                  <a:pt x="1976549" y="1215962"/>
                </a:lnTo>
                <a:lnTo>
                  <a:pt x="2128666" y="1215962"/>
                </a:lnTo>
                <a:lnTo>
                  <a:pt x="2128666" y="1520197"/>
                </a:lnTo>
                <a:lnTo>
                  <a:pt x="1976549" y="1520197"/>
                </a:lnTo>
                <a:lnTo>
                  <a:pt x="1976549" y="1672314"/>
                </a:lnTo>
                <a:lnTo>
                  <a:pt x="1824432" y="1672314"/>
                </a:lnTo>
                <a:lnTo>
                  <a:pt x="1824432" y="1368080"/>
                </a:lnTo>
                <a:lnTo>
                  <a:pt x="1976549" y="1368080"/>
                </a:lnTo>
                <a:close/>
                <a:moveTo>
                  <a:pt x="1672314" y="1824432"/>
                </a:moveTo>
                <a:lnTo>
                  <a:pt x="1672314" y="1672314"/>
                </a:lnTo>
                <a:lnTo>
                  <a:pt x="1824432" y="1672314"/>
                </a:lnTo>
                <a:lnTo>
                  <a:pt x="1824432" y="1824432"/>
                </a:lnTo>
                <a:lnTo>
                  <a:pt x="1672314" y="1824432"/>
                </a:lnTo>
                <a:close/>
              </a:path>
            </a:pathLst>
          </a:custGeom>
          <a:solidFill>
            <a:srgbClr val="DEF2F9"/>
          </a:solidFill>
          <a:ln w="1186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C520D6D8-693E-5C3F-8F43-3BC291609734}"/>
              </a:ext>
            </a:extLst>
          </p:cNvPr>
          <p:cNvSpPr/>
          <p:nvPr/>
        </p:nvSpPr>
        <p:spPr>
          <a:xfrm>
            <a:off x="0" y="0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0E99E21C-7348-D926-71B3-C16DF3701AA1}"/>
              </a:ext>
            </a:extLst>
          </p:cNvPr>
          <p:cNvSpPr/>
          <p:nvPr/>
        </p:nvSpPr>
        <p:spPr>
          <a:xfrm>
            <a:off x="0" y="6667019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65B9D7-EE12-C37F-95AF-0937F76C91A9}"/>
              </a:ext>
            </a:extLst>
          </p:cNvPr>
          <p:cNvSpPr txBox="1"/>
          <p:nvPr/>
        </p:nvSpPr>
        <p:spPr>
          <a:xfrm>
            <a:off x="2775284" y="2695074"/>
            <a:ext cx="234214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Apache</a:t>
            </a:r>
          </a:p>
          <a:p>
            <a:endParaRPr lang="en-IN" sz="2100" b="1" dirty="0"/>
          </a:p>
          <a:p>
            <a:endParaRPr lang="en-IN" sz="21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Manages request–response  between browser and PHP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249574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B63B41-DC16-7A33-352A-FD9EA5B14EF0}"/>
              </a:ext>
            </a:extLst>
          </p:cNvPr>
          <p:cNvSpPr txBox="1"/>
          <p:nvPr/>
        </p:nvSpPr>
        <p:spPr>
          <a:xfrm>
            <a:off x="676510" y="621785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🔹 </a:t>
            </a:r>
            <a:r>
              <a:rPr lang="en-IN" sz="2400" b="1" dirty="0"/>
              <a:t>Steps of Execution</a:t>
            </a:r>
            <a:r>
              <a:rPr lang="en-IN" sz="2000" b="1" dirty="0"/>
              <a:t>: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C29374-D4F5-28CF-6422-C299ADE93B92}"/>
              </a:ext>
            </a:extLst>
          </p:cNvPr>
          <p:cNvSpPr txBox="1"/>
          <p:nvPr/>
        </p:nvSpPr>
        <p:spPr>
          <a:xfrm>
            <a:off x="848617" y="1340734"/>
            <a:ext cx="62389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1. System set up: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Use LAMP sandbox(</a:t>
            </a:r>
            <a:r>
              <a:rPr lang="en-IN" sz="2000" dirty="0" err="1"/>
              <a:t>endor</a:t>
            </a:r>
            <a:r>
              <a:rPr lang="en-IN" sz="2000" dirty="0"/>
              <a:t>) as local server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Components: Linux, Apache, MySQL, phpMyAdmin 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A18AA321-5823-0DFE-E825-E5B7C48A935D}"/>
              </a:ext>
            </a:extLst>
          </p:cNvPr>
          <p:cNvSpPr/>
          <p:nvPr/>
        </p:nvSpPr>
        <p:spPr>
          <a:xfrm>
            <a:off x="0" y="0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BD806596-21E2-1CC1-4544-6C2A836A16D6}"/>
              </a:ext>
            </a:extLst>
          </p:cNvPr>
          <p:cNvSpPr/>
          <p:nvPr/>
        </p:nvSpPr>
        <p:spPr>
          <a:xfrm>
            <a:off x="0" y="6667019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Graphic 8" descr="QR Code">
            <a:extLst>
              <a:ext uri="{FF2B5EF4-FFF2-40B4-BE49-F238E27FC236}">
                <a16:creationId xmlns:a16="http://schemas.microsoft.com/office/drawing/2014/main" id="{8029D070-7701-CA0B-3AD6-03AAA5B72D29}"/>
              </a:ext>
            </a:extLst>
          </p:cNvPr>
          <p:cNvSpPr/>
          <p:nvPr/>
        </p:nvSpPr>
        <p:spPr>
          <a:xfrm>
            <a:off x="0" y="4254630"/>
            <a:ext cx="2772697" cy="2421474"/>
          </a:xfrm>
          <a:custGeom>
            <a:avLst/>
            <a:gdLst>
              <a:gd name="csX0" fmla="*/ 303259 w 2129642"/>
              <a:gd name="csY0" fmla="*/ 607493 h 2129642"/>
              <a:gd name="csX1" fmla="*/ 303259 w 2129642"/>
              <a:gd name="csY1" fmla="*/ 303259 h 2129642"/>
              <a:gd name="csX2" fmla="*/ 607493 w 2129642"/>
              <a:gd name="csY2" fmla="*/ 303259 h 2129642"/>
              <a:gd name="csX3" fmla="*/ 607493 w 2129642"/>
              <a:gd name="csY3" fmla="*/ 607493 h 2129642"/>
              <a:gd name="csX4" fmla="*/ 303259 w 2129642"/>
              <a:gd name="csY4" fmla="*/ 607493 h 2129642"/>
              <a:gd name="csX5" fmla="*/ -976 w 2129642"/>
              <a:gd name="csY5" fmla="*/ 911728 h 2129642"/>
              <a:gd name="csX6" fmla="*/ -976 w 2129642"/>
              <a:gd name="csY6" fmla="*/ -976 h 2129642"/>
              <a:gd name="csX7" fmla="*/ 911728 w 2129642"/>
              <a:gd name="csY7" fmla="*/ -976 h 2129642"/>
              <a:gd name="csX8" fmla="*/ 911728 w 2129642"/>
              <a:gd name="csY8" fmla="*/ 911728 h 2129642"/>
              <a:gd name="csX9" fmla="*/ -976 w 2129642"/>
              <a:gd name="csY9" fmla="*/ 911728 h 2129642"/>
              <a:gd name="csX10" fmla="*/ 151141 w 2129642"/>
              <a:gd name="csY10" fmla="*/ 151141 h 2129642"/>
              <a:gd name="csX11" fmla="*/ 151141 w 2129642"/>
              <a:gd name="csY11" fmla="*/ 759610 h 2129642"/>
              <a:gd name="csX12" fmla="*/ 759610 w 2129642"/>
              <a:gd name="csY12" fmla="*/ 759610 h 2129642"/>
              <a:gd name="csX13" fmla="*/ 759610 w 2129642"/>
              <a:gd name="csY13" fmla="*/ 151141 h 2129642"/>
              <a:gd name="csX14" fmla="*/ 151141 w 2129642"/>
              <a:gd name="csY14" fmla="*/ 151141 h 2129642"/>
              <a:gd name="csX15" fmla="*/ 303259 w 2129642"/>
              <a:gd name="csY15" fmla="*/ 1824432 h 2129642"/>
              <a:gd name="csX16" fmla="*/ 303259 w 2129642"/>
              <a:gd name="csY16" fmla="*/ 1520197 h 2129642"/>
              <a:gd name="csX17" fmla="*/ 607493 w 2129642"/>
              <a:gd name="csY17" fmla="*/ 1520197 h 2129642"/>
              <a:gd name="csX18" fmla="*/ 607493 w 2129642"/>
              <a:gd name="csY18" fmla="*/ 1824432 h 2129642"/>
              <a:gd name="csX19" fmla="*/ 303259 w 2129642"/>
              <a:gd name="csY19" fmla="*/ 1824432 h 2129642"/>
              <a:gd name="csX20" fmla="*/ -976 w 2129642"/>
              <a:gd name="csY20" fmla="*/ 2128666 h 2129642"/>
              <a:gd name="csX21" fmla="*/ -976 w 2129642"/>
              <a:gd name="csY21" fmla="*/ 1215962 h 2129642"/>
              <a:gd name="csX22" fmla="*/ 911728 w 2129642"/>
              <a:gd name="csY22" fmla="*/ 1215962 h 2129642"/>
              <a:gd name="csX23" fmla="*/ 911728 w 2129642"/>
              <a:gd name="csY23" fmla="*/ 2128666 h 2129642"/>
              <a:gd name="csX24" fmla="*/ -976 w 2129642"/>
              <a:gd name="csY24" fmla="*/ 2128666 h 2129642"/>
              <a:gd name="csX25" fmla="*/ 151141 w 2129642"/>
              <a:gd name="csY25" fmla="*/ 1368080 h 2129642"/>
              <a:gd name="csX26" fmla="*/ 151141 w 2129642"/>
              <a:gd name="csY26" fmla="*/ 1976549 h 2129642"/>
              <a:gd name="csX27" fmla="*/ 759610 w 2129642"/>
              <a:gd name="csY27" fmla="*/ 1976549 h 2129642"/>
              <a:gd name="csX28" fmla="*/ 759610 w 2129642"/>
              <a:gd name="csY28" fmla="*/ 1368080 h 2129642"/>
              <a:gd name="csX29" fmla="*/ 151141 w 2129642"/>
              <a:gd name="csY29" fmla="*/ 1368080 h 2129642"/>
              <a:gd name="csX30" fmla="*/ 1824432 w 2129642"/>
              <a:gd name="csY30" fmla="*/ 303259 h 2129642"/>
              <a:gd name="csX31" fmla="*/ 1824432 w 2129642"/>
              <a:gd name="csY31" fmla="*/ 607493 h 2129642"/>
              <a:gd name="csX32" fmla="*/ 1520197 w 2129642"/>
              <a:gd name="csY32" fmla="*/ 607493 h 2129642"/>
              <a:gd name="csX33" fmla="*/ 1520197 w 2129642"/>
              <a:gd name="csY33" fmla="*/ 303259 h 2129642"/>
              <a:gd name="csX34" fmla="*/ 1824432 w 2129642"/>
              <a:gd name="csY34" fmla="*/ 303259 h 2129642"/>
              <a:gd name="csX35" fmla="*/ 1215962 w 2129642"/>
              <a:gd name="csY35" fmla="*/ -976 h 2129642"/>
              <a:gd name="csX36" fmla="*/ 2128666 w 2129642"/>
              <a:gd name="csY36" fmla="*/ -976 h 2129642"/>
              <a:gd name="csX37" fmla="*/ 2128666 w 2129642"/>
              <a:gd name="csY37" fmla="*/ 911728 h 2129642"/>
              <a:gd name="csX38" fmla="*/ 1215962 w 2129642"/>
              <a:gd name="csY38" fmla="*/ 911728 h 2129642"/>
              <a:gd name="csX39" fmla="*/ 1215962 w 2129642"/>
              <a:gd name="csY39" fmla="*/ -976 h 2129642"/>
              <a:gd name="csX40" fmla="*/ 1976549 w 2129642"/>
              <a:gd name="csY40" fmla="*/ 759610 h 2129642"/>
              <a:gd name="csX41" fmla="*/ 1976549 w 2129642"/>
              <a:gd name="csY41" fmla="*/ 151141 h 2129642"/>
              <a:gd name="csX42" fmla="*/ 1368080 w 2129642"/>
              <a:gd name="csY42" fmla="*/ 151141 h 2129642"/>
              <a:gd name="csX43" fmla="*/ 1368080 w 2129642"/>
              <a:gd name="csY43" fmla="*/ 759610 h 2129642"/>
              <a:gd name="csX44" fmla="*/ 1976549 w 2129642"/>
              <a:gd name="csY44" fmla="*/ 759610 h 2129642"/>
              <a:gd name="csX45" fmla="*/ 1215962 w 2129642"/>
              <a:gd name="csY45" fmla="*/ 1672314 h 2129642"/>
              <a:gd name="csX46" fmla="*/ 1368080 w 2129642"/>
              <a:gd name="csY46" fmla="*/ 1672314 h 2129642"/>
              <a:gd name="csX47" fmla="*/ 1368080 w 2129642"/>
              <a:gd name="csY47" fmla="*/ 1824432 h 2129642"/>
              <a:gd name="csX48" fmla="*/ 1215962 w 2129642"/>
              <a:gd name="csY48" fmla="*/ 1824432 h 2129642"/>
              <a:gd name="csX49" fmla="*/ 1215962 w 2129642"/>
              <a:gd name="csY49" fmla="*/ 1672314 h 2129642"/>
              <a:gd name="csX50" fmla="*/ 1520197 w 2129642"/>
              <a:gd name="csY50" fmla="*/ 1368080 h 2129642"/>
              <a:gd name="csX51" fmla="*/ 1368080 w 2129642"/>
              <a:gd name="csY51" fmla="*/ 1368080 h 2129642"/>
              <a:gd name="csX52" fmla="*/ 1368080 w 2129642"/>
              <a:gd name="csY52" fmla="*/ 1520197 h 2129642"/>
              <a:gd name="csX53" fmla="*/ 1215962 w 2129642"/>
              <a:gd name="csY53" fmla="*/ 1520197 h 2129642"/>
              <a:gd name="csX54" fmla="*/ 1215962 w 2129642"/>
              <a:gd name="csY54" fmla="*/ 1215962 h 2129642"/>
              <a:gd name="csX55" fmla="*/ 1520197 w 2129642"/>
              <a:gd name="csY55" fmla="*/ 1215962 h 2129642"/>
              <a:gd name="csX56" fmla="*/ 1520197 w 2129642"/>
              <a:gd name="csY56" fmla="*/ 1368080 h 2129642"/>
              <a:gd name="csX57" fmla="*/ 1824432 w 2129642"/>
              <a:gd name="csY57" fmla="*/ 1215962 h 2129642"/>
              <a:gd name="csX58" fmla="*/ 1824432 w 2129642"/>
              <a:gd name="csY58" fmla="*/ 1368080 h 2129642"/>
              <a:gd name="csX59" fmla="*/ 1672314 w 2129642"/>
              <a:gd name="csY59" fmla="*/ 1368080 h 2129642"/>
              <a:gd name="csX60" fmla="*/ 1672314 w 2129642"/>
              <a:gd name="csY60" fmla="*/ 1215962 h 2129642"/>
              <a:gd name="csX61" fmla="*/ 1824432 w 2129642"/>
              <a:gd name="csY61" fmla="*/ 1215962 h 2129642"/>
              <a:gd name="csX62" fmla="*/ 1672314 w 2129642"/>
              <a:gd name="csY62" fmla="*/ 1368080 h 2129642"/>
              <a:gd name="csX63" fmla="*/ 1672314 w 2129642"/>
              <a:gd name="csY63" fmla="*/ 1672314 h 2129642"/>
              <a:gd name="csX64" fmla="*/ 1368080 w 2129642"/>
              <a:gd name="csY64" fmla="*/ 1672314 h 2129642"/>
              <a:gd name="csX65" fmla="*/ 1368080 w 2129642"/>
              <a:gd name="csY65" fmla="*/ 1520197 h 2129642"/>
              <a:gd name="csX66" fmla="*/ 1520197 w 2129642"/>
              <a:gd name="csY66" fmla="*/ 1520197 h 2129642"/>
              <a:gd name="csX67" fmla="*/ 1520197 w 2129642"/>
              <a:gd name="csY67" fmla="*/ 1368080 h 2129642"/>
              <a:gd name="csX68" fmla="*/ 1672314 w 2129642"/>
              <a:gd name="csY68" fmla="*/ 1368080 h 2129642"/>
              <a:gd name="csX69" fmla="*/ 1368080 w 2129642"/>
              <a:gd name="csY69" fmla="*/ 1824432 h 2129642"/>
              <a:gd name="csX70" fmla="*/ 1672314 w 2129642"/>
              <a:gd name="csY70" fmla="*/ 1824432 h 2129642"/>
              <a:gd name="csX71" fmla="*/ 1672314 w 2129642"/>
              <a:gd name="csY71" fmla="*/ 1976549 h 2129642"/>
              <a:gd name="csX72" fmla="*/ 1520197 w 2129642"/>
              <a:gd name="csY72" fmla="*/ 1976549 h 2129642"/>
              <a:gd name="csX73" fmla="*/ 1520197 w 2129642"/>
              <a:gd name="csY73" fmla="*/ 2128666 h 2129642"/>
              <a:gd name="csX74" fmla="*/ 1215962 w 2129642"/>
              <a:gd name="csY74" fmla="*/ 2128666 h 2129642"/>
              <a:gd name="csX75" fmla="*/ 1215962 w 2129642"/>
              <a:gd name="csY75" fmla="*/ 1976549 h 2129642"/>
              <a:gd name="csX76" fmla="*/ 1368080 w 2129642"/>
              <a:gd name="csY76" fmla="*/ 1976549 h 2129642"/>
              <a:gd name="csX77" fmla="*/ 1368080 w 2129642"/>
              <a:gd name="csY77" fmla="*/ 1824432 h 2129642"/>
              <a:gd name="csX78" fmla="*/ 1672314 w 2129642"/>
              <a:gd name="csY78" fmla="*/ 2128666 h 2129642"/>
              <a:gd name="csX79" fmla="*/ 1672314 w 2129642"/>
              <a:gd name="csY79" fmla="*/ 1976549 h 2129642"/>
              <a:gd name="csX80" fmla="*/ 1976549 w 2129642"/>
              <a:gd name="csY80" fmla="*/ 1976549 h 2129642"/>
              <a:gd name="csX81" fmla="*/ 1976549 w 2129642"/>
              <a:gd name="csY81" fmla="*/ 2128666 h 2129642"/>
              <a:gd name="csX82" fmla="*/ 1672314 w 2129642"/>
              <a:gd name="csY82" fmla="*/ 2128666 h 2129642"/>
              <a:gd name="csX83" fmla="*/ 2128666 w 2129642"/>
              <a:gd name="csY83" fmla="*/ 1976549 h 2129642"/>
              <a:gd name="csX84" fmla="*/ 1976549 w 2129642"/>
              <a:gd name="csY84" fmla="*/ 1976549 h 2129642"/>
              <a:gd name="csX85" fmla="*/ 1976549 w 2129642"/>
              <a:gd name="csY85" fmla="*/ 1672314 h 2129642"/>
              <a:gd name="csX86" fmla="*/ 2128666 w 2129642"/>
              <a:gd name="csY86" fmla="*/ 1672314 h 2129642"/>
              <a:gd name="csX87" fmla="*/ 2128666 w 2129642"/>
              <a:gd name="csY87" fmla="*/ 1976549 h 2129642"/>
              <a:gd name="csX88" fmla="*/ 1976549 w 2129642"/>
              <a:gd name="csY88" fmla="*/ 1368080 h 2129642"/>
              <a:gd name="csX89" fmla="*/ 1976549 w 2129642"/>
              <a:gd name="csY89" fmla="*/ 1215962 h 2129642"/>
              <a:gd name="csX90" fmla="*/ 2128666 w 2129642"/>
              <a:gd name="csY90" fmla="*/ 1215962 h 2129642"/>
              <a:gd name="csX91" fmla="*/ 2128666 w 2129642"/>
              <a:gd name="csY91" fmla="*/ 1520197 h 2129642"/>
              <a:gd name="csX92" fmla="*/ 1976549 w 2129642"/>
              <a:gd name="csY92" fmla="*/ 1520197 h 2129642"/>
              <a:gd name="csX93" fmla="*/ 1976549 w 2129642"/>
              <a:gd name="csY93" fmla="*/ 1672314 h 2129642"/>
              <a:gd name="csX94" fmla="*/ 1824432 w 2129642"/>
              <a:gd name="csY94" fmla="*/ 1672314 h 2129642"/>
              <a:gd name="csX95" fmla="*/ 1824432 w 2129642"/>
              <a:gd name="csY95" fmla="*/ 1368080 h 2129642"/>
              <a:gd name="csX96" fmla="*/ 1976549 w 2129642"/>
              <a:gd name="csY96" fmla="*/ 1368080 h 2129642"/>
              <a:gd name="csX97" fmla="*/ 1672314 w 2129642"/>
              <a:gd name="csY97" fmla="*/ 1824432 h 2129642"/>
              <a:gd name="csX98" fmla="*/ 1672314 w 2129642"/>
              <a:gd name="csY98" fmla="*/ 1672314 h 2129642"/>
              <a:gd name="csX99" fmla="*/ 1824432 w 2129642"/>
              <a:gd name="csY99" fmla="*/ 1672314 h 2129642"/>
              <a:gd name="csX100" fmla="*/ 1824432 w 2129642"/>
              <a:gd name="csY100" fmla="*/ 1824432 h 2129642"/>
              <a:gd name="csX101" fmla="*/ 1672314 w 2129642"/>
              <a:gd name="csY101" fmla="*/ 1824432 h 21296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</a:cxnLst>
            <a:rect l="l" t="t" r="r" b="b"/>
            <a:pathLst>
              <a:path w="2129642" h="2129642">
                <a:moveTo>
                  <a:pt x="303259" y="607493"/>
                </a:moveTo>
                <a:lnTo>
                  <a:pt x="303259" y="303259"/>
                </a:lnTo>
                <a:lnTo>
                  <a:pt x="607493" y="303259"/>
                </a:lnTo>
                <a:lnTo>
                  <a:pt x="607493" y="607493"/>
                </a:lnTo>
                <a:lnTo>
                  <a:pt x="303259" y="607493"/>
                </a:lnTo>
                <a:close/>
                <a:moveTo>
                  <a:pt x="-976" y="911728"/>
                </a:moveTo>
                <a:lnTo>
                  <a:pt x="-976" y="-976"/>
                </a:lnTo>
                <a:lnTo>
                  <a:pt x="911728" y="-976"/>
                </a:lnTo>
                <a:lnTo>
                  <a:pt x="911728" y="911728"/>
                </a:lnTo>
                <a:lnTo>
                  <a:pt x="-976" y="911728"/>
                </a:lnTo>
                <a:close/>
                <a:moveTo>
                  <a:pt x="151141" y="151141"/>
                </a:moveTo>
                <a:lnTo>
                  <a:pt x="151141" y="759610"/>
                </a:lnTo>
                <a:lnTo>
                  <a:pt x="759610" y="759610"/>
                </a:lnTo>
                <a:lnTo>
                  <a:pt x="759610" y="151141"/>
                </a:lnTo>
                <a:lnTo>
                  <a:pt x="151141" y="151141"/>
                </a:lnTo>
                <a:close/>
                <a:moveTo>
                  <a:pt x="303259" y="1824432"/>
                </a:moveTo>
                <a:lnTo>
                  <a:pt x="303259" y="1520197"/>
                </a:lnTo>
                <a:lnTo>
                  <a:pt x="607493" y="1520197"/>
                </a:lnTo>
                <a:lnTo>
                  <a:pt x="607493" y="1824432"/>
                </a:lnTo>
                <a:lnTo>
                  <a:pt x="303259" y="1824432"/>
                </a:lnTo>
                <a:close/>
                <a:moveTo>
                  <a:pt x="-976" y="2128666"/>
                </a:moveTo>
                <a:lnTo>
                  <a:pt x="-976" y="1215962"/>
                </a:lnTo>
                <a:lnTo>
                  <a:pt x="911728" y="1215962"/>
                </a:lnTo>
                <a:lnTo>
                  <a:pt x="911728" y="2128666"/>
                </a:lnTo>
                <a:lnTo>
                  <a:pt x="-976" y="2128666"/>
                </a:lnTo>
                <a:close/>
                <a:moveTo>
                  <a:pt x="151141" y="1368080"/>
                </a:moveTo>
                <a:lnTo>
                  <a:pt x="151141" y="1976549"/>
                </a:lnTo>
                <a:lnTo>
                  <a:pt x="759610" y="1976549"/>
                </a:lnTo>
                <a:lnTo>
                  <a:pt x="759610" y="1368080"/>
                </a:lnTo>
                <a:lnTo>
                  <a:pt x="151141" y="1368080"/>
                </a:lnTo>
                <a:close/>
                <a:moveTo>
                  <a:pt x="1824432" y="303259"/>
                </a:moveTo>
                <a:lnTo>
                  <a:pt x="1824432" y="607493"/>
                </a:lnTo>
                <a:lnTo>
                  <a:pt x="1520197" y="607493"/>
                </a:lnTo>
                <a:lnTo>
                  <a:pt x="1520197" y="303259"/>
                </a:lnTo>
                <a:lnTo>
                  <a:pt x="1824432" y="303259"/>
                </a:lnTo>
                <a:close/>
                <a:moveTo>
                  <a:pt x="1215962" y="-976"/>
                </a:moveTo>
                <a:lnTo>
                  <a:pt x="2128666" y="-976"/>
                </a:lnTo>
                <a:lnTo>
                  <a:pt x="2128666" y="911728"/>
                </a:lnTo>
                <a:lnTo>
                  <a:pt x="1215962" y="911728"/>
                </a:lnTo>
                <a:lnTo>
                  <a:pt x="1215962" y="-976"/>
                </a:lnTo>
                <a:close/>
                <a:moveTo>
                  <a:pt x="1976549" y="759610"/>
                </a:moveTo>
                <a:lnTo>
                  <a:pt x="1976549" y="151141"/>
                </a:lnTo>
                <a:lnTo>
                  <a:pt x="1368080" y="151141"/>
                </a:lnTo>
                <a:lnTo>
                  <a:pt x="1368080" y="759610"/>
                </a:lnTo>
                <a:lnTo>
                  <a:pt x="1976549" y="759610"/>
                </a:lnTo>
                <a:close/>
                <a:moveTo>
                  <a:pt x="1215962" y="1672314"/>
                </a:moveTo>
                <a:lnTo>
                  <a:pt x="1368080" y="1672314"/>
                </a:lnTo>
                <a:lnTo>
                  <a:pt x="1368080" y="1824432"/>
                </a:lnTo>
                <a:lnTo>
                  <a:pt x="1215962" y="1824432"/>
                </a:lnTo>
                <a:lnTo>
                  <a:pt x="1215962" y="1672314"/>
                </a:lnTo>
                <a:close/>
                <a:moveTo>
                  <a:pt x="1520197" y="1368080"/>
                </a:moveTo>
                <a:lnTo>
                  <a:pt x="1368080" y="1368080"/>
                </a:lnTo>
                <a:lnTo>
                  <a:pt x="1368080" y="1520197"/>
                </a:lnTo>
                <a:lnTo>
                  <a:pt x="1215962" y="1520197"/>
                </a:lnTo>
                <a:lnTo>
                  <a:pt x="1215962" y="1215962"/>
                </a:lnTo>
                <a:lnTo>
                  <a:pt x="1520197" y="1215962"/>
                </a:lnTo>
                <a:lnTo>
                  <a:pt x="1520197" y="1368080"/>
                </a:lnTo>
                <a:close/>
                <a:moveTo>
                  <a:pt x="1824432" y="1215962"/>
                </a:moveTo>
                <a:lnTo>
                  <a:pt x="1824432" y="1368080"/>
                </a:lnTo>
                <a:lnTo>
                  <a:pt x="1672314" y="1368080"/>
                </a:lnTo>
                <a:lnTo>
                  <a:pt x="1672314" y="1215962"/>
                </a:lnTo>
                <a:lnTo>
                  <a:pt x="1824432" y="1215962"/>
                </a:lnTo>
                <a:close/>
                <a:moveTo>
                  <a:pt x="1672314" y="1368080"/>
                </a:moveTo>
                <a:lnTo>
                  <a:pt x="1672314" y="1672314"/>
                </a:lnTo>
                <a:lnTo>
                  <a:pt x="1368080" y="1672314"/>
                </a:lnTo>
                <a:lnTo>
                  <a:pt x="1368080" y="1520197"/>
                </a:lnTo>
                <a:lnTo>
                  <a:pt x="1520197" y="1520197"/>
                </a:lnTo>
                <a:lnTo>
                  <a:pt x="1520197" y="1368080"/>
                </a:lnTo>
                <a:lnTo>
                  <a:pt x="1672314" y="1368080"/>
                </a:lnTo>
                <a:close/>
                <a:moveTo>
                  <a:pt x="1368080" y="1824432"/>
                </a:moveTo>
                <a:lnTo>
                  <a:pt x="1672314" y="1824432"/>
                </a:lnTo>
                <a:lnTo>
                  <a:pt x="1672314" y="1976549"/>
                </a:lnTo>
                <a:lnTo>
                  <a:pt x="1520197" y="1976549"/>
                </a:lnTo>
                <a:lnTo>
                  <a:pt x="1520197" y="2128666"/>
                </a:lnTo>
                <a:lnTo>
                  <a:pt x="1215962" y="2128666"/>
                </a:lnTo>
                <a:lnTo>
                  <a:pt x="1215962" y="1976549"/>
                </a:lnTo>
                <a:lnTo>
                  <a:pt x="1368080" y="1976549"/>
                </a:lnTo>
                <a:lnTo>
                  <a:pt x="1368080" y="1824432"/>
                </a:lnTo>
                <a:close/>
                <a:moveTo>
                  <a:pt x="1672314" y="2128666"/>
                </a:moveTo>
                <a:lnTo>
                  <a:pt x="1672314" y="1976549"/>
                </a:lnTo>
                <a:lnTo>
                  <a:pt x="1976549" y="1976549"/>
                </a:lnTo>
                <a:lnTo>
                  <a:pt x="1976549" y="2128666"/>
                </a:lnTo>
                <a:lnTo>
                  <a:pt x="1672314" y="2128666"/>
                </a:lnTo>
                <a:close/>
                <a:moveTo>
                  <a:pt x="2128666" y="1976549"/>
                </a:moveTo>
                <a:lnTo>
                  <a:pt x="1976549" y="1976549"/>
                </a:lnTo>
                <a:lnTo>
                  <a:pt x="1976549" y="1672314"/>
                </a:lnTo>
                <a:lnTo>
                  <a:pt x="2128666" y="1672314"/>
                </a:lnTo>
                <a:lnTo>
                  <a:pt x="2128666" y="1976549"/>
                </a:lnTo>
                <a:close/>
                <a:moveTo>
                  <a:pt x="1976549" y="1368080"/>
                </a:moveTo>
                <a:lnTo>
                  <a:pt x="1976549" y="1215962"/>
                </a:lnTo>
                <a:lnTo>
                  <a:pt x="2128666" y="1215962"/>
                </a:lnTo>
                <a:lnTo>
                  <a:pt x="2128666" y="1520197"/>
                </a:lnTo>
                <a:lnTo>
                  <a:pt x="1976549" y="1520197"/>
                </a:lnTo>
                <a:lnTo>
                  <a:pt x="1976549" y="1672314"/>
                </a:lnTo>
                <a:lnTo>
                  <a:pt x="1824432" y="1672314"/>
                </a:lnTo>
                <a:lnTo>
                  <a:pt x="1824432" y="1368080"/>
                </a:lnTo>
                <a:lnTo>
                  <a:pt x="1976549" y="1368080"/>
                </a:lnTo>
                <a:close/>
                <a:moveTo>
                  <a:pt x="1672314" y="1824432"/>
                </a:moveTo>
                <a:lnTo>
                  <a:pt x="1672314" y="1672314"/>
                </a:lnTo>
                <a:lnTo>
                  <a:pt x="1824432" y="1672314"/>
                </a:lnTo>
                <a:lnTo>
                  <a:pt x="1824432" y="1824432"/>
                </a:lnTo>
                <a:lnTo>
                  <a:pt x="1672314" y="1824432"/>
                </a:lnTo>
                <a:close/>
              </a:path>
            </a:pathLst>
          </a:custGeom>
          <a:solidFill>
            <a:srgbClr val="DEF2F9"/>
          </a:solidFill>
          <a:ln w="1186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904383-9D0B-FF6E-F581-44018AEBF55C}"/>
              </a:ext>
            </a:extLst>
          </p:cNvPr>
          <p:cNvSpPr/>
          <p:nvPr/>
        </p:nvSpPr>
        <p:spPr>
          <a:xfrm>
            <a:off x="2939970" y="2465408"/>
            <a:ext cx="7963382" cy="3808070"/>
          </a:xfrm>
          <a:prstGeom prst="rect">
            <a:avLst/>
          </a:prstGeom>
          <a:solidFill>
            <a:schemeClr val="tx1"/>
          </a:solidFill>
          <a:ln>
            <a:solidFill>
              <a:srgbClr val="FAE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87196C-7793-E338-3BE1-7A572F955A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64" y="2618198"/>
            <a:ext cx="7651170" cy="351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151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Single Corner Snipped 1">
            <a:extLst>
              <a:ext uri="{FF2B5EF4-FFF2-40B4-BE49-F238E27FC236}">
                <a16:creationId xmlns:a16="http://schemas.microsoft.com/office/drawing/2014/main" id="{385C5762-3AAC-CF91-6381-3CB03A5759C5}"/>
              </a:ext>
            </a:extLst>
          </p:cNvPr>
          <p:cNvSpPr/>
          <p:nvPr/>
        </p:nvSpPr>
        <p:spPr>
          <a:xfrm>
            <a:off x="0" y="0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F758A0F9-A30A-9137-80DE-62AE49DCE91F}"/>
              </a:ext>
            </a:extLst>
          </p:cNvPr>
          <p:cNvSpPr/>
          <p:nvPr/>
        </p:nvSpPr>
        <p:spPr>
          <a:xfrm>
            <a:off x="0" y="6762509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9C6C04-9DF7-343E-997C-DA2B117F26AD}"/>
              </a:ext>
            </a:extLst>
          </p:cNvPr>
          <p:cNvSpPr txBox="1"/>
          <p:nvPr/>
        </p:nvSpPr>
        <p:spPr>
          <a:xfrm>
            <a:off x="520861" y="772572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 startAt="2"/>
            </a:pPr>
            <a:r>
              <a:rPr lang="en-IN" sz="2000" b="1" dirty="0"/>
              <a:t>Database Design: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Create database qr_project using phpMyAdmin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C9C6A85-A9C2-6DF9-F1B3-18BC4FF81CDD}"/>
              </a:ext>
            </a:extLst>
          </p:cNvPr>
          <p:cNvGrpSpPr/>
          <p:nvPr/>
        </p:nvGrpSpPr>
        <p:grpSpPr>
          <a:xfrm>
            <a:off x="1706388" y="1790946"/>
            <a:ext cx="8495071" cy="4321277"/>
            <a:chOff x="1691148" y="1592826"/>
            <a:chExt cx="8495071" cy="432127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9F05806-84FF-11B5-72AF-09E010336965}"/>
                </a:ext>
              </a:extLst>
            </p:cNvPr>
            <p:cNvSpPr/>
            <p:nvPr/>
          </p:nvSpPr>
          <p:spPr>
            <a:xfrm>
              <a:off x="6818671" y="1637071"/>
              <a:ext cx="3367548" cy="4277032"/>
            </a:xfrm>
            <a:prstGeom prst="roundRect">
              <a:avLst>
                <a:gd name="adj" fmla="val 0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9D810A6-EACA-D68C-1277-DE276301626D}"/>
                </a:ext>
              </a:extLst>
            </p:cNvPr>
            <p:cNvSpPr/>
            <p:nvPr/>
          </p:nvSpPr>
          <p:spPr>
            <a:xfrm>
              <a:off x="1691148" y="1592826"/>
              <a:ext cx="3500283" cy="4277032"/>
            </a:xfrm>
            <a:prstGeom prst="roundRect">
              <a:avLst>
                <a:gd name="adj" fmla="val 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57CF0E2-25F4-5E45-A47A-4223D7DC96B4}"/>
                </a:ext>
              </a:extLst>
            </p:cNvPr>
            <p:cNvGrpSpPr/>
            <p:nvPr/>
          </p:nvGrpSpPr>
          <p:grpSpPr>
            <a:xfrm>
              <a:off x="1849583" y="1778040"/>
              <a:ext cx="3169532" cy="3885341"/>
              <a:chOff x="1770926" y="1699382"/>
              <a:chExt cx="3169532" cy="3885341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94E9143-9883-05DC-27E1-9CA7F188D0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5467" r="31108" b="37519"/>
              <a:stretch>
                <a:fillRect/>
              </a:stretch>
            </p:blipFill>
            <p:spPr>
              <a:xfrm>
                <a:off x="1770926" y="1699382"/>
                <a:ext cx="3169532" cy="3885341"/>
              </a:xfrm>
              <a:prstGeom prst="rect">
                <a:avLst/>
              </a:prstGeom>
            </p:spPr>
          </p:pic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E86FE60-FDA1-ABD7-E582-BB34F7CD52C2}"/>
                  </a:ext>
                </a:extLst>
              </p:cNvPr>
              <p:cNvSpPr/>
              <p:nvPr/>
            </p:nvSpPr>
            <p:spPr>
              <a:xfrm>
                <a:off x="2203899" y="3849164"/>
                <a:ext cx="480307" cy="20172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0F7F390-906C-3D5F-B4DB-A450CA973B1A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>
              <a:off x="5260258" y="3775587"/>
              <a:ext cx="1558413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8DD66F8-0CCB-C145-1DA2-70FAE3BAEF6D}"/>
                </a:ext>
              </a:extLst>
            </p:cNvPr>
            <p:cNvGrpSpPr/>
            <p:nvPr/>
          </p:nvGrpSpPr>
          <p:grpSpPr>
            <a:xfrm>
              <a:off x="6993382" y="1799104"/>
              <a:ext cx="3015856" cy="3982265"/>
              <a:chOff x="7268685" y="1838433"/>
              <a:chExt cx="3015856" cy="3982265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5D6DEE1-4121-2856-11B1-68AA97A254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9737" b="25138"/>
              <a:stretch>
                <a:fillRect/>
              </a:stretch>
            </p:blipFill>
            <p:spPr>
              <a:xfrm>
                <a:off x="7268685" y="1838433"/>
                <a:ext cx="3015856" cy="3982265"/>
              </a:xfrm>
              <a:prstGeom prst="rect">
                <a:avLst/>
              </a:prstGeom>
            </p:spPr>
          </p:pic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9E41BCC-721F-F148-EEE7-8B03283F919F}"/>
                  </a:ext>
                </a:extLst>
              </p:cNvPr>
              <p:cNvSpPr/>
              <p:nvPr/>
            </p:nvSpPr>
            <p:spPr>
              <a:xfrm>
                <a:off x="7872196" y="4394855"/>
                <a:ext cx="839185" cy="33446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26" name="Graphic 8" descr="QR Code">
            <a:extLst>
              <a:ext uri="{FF2B5EF4-FFF2-40B4-BE49-F238E27FC236}">
                <a16:creationId xmlns:a16="http://schemas.microsoft.com/office/drawing/2014/main" id="{B66F1EE4-6D63-118B-8379-1124D8A62A5C}"/>
              </a:ext>
            </a:extLst>
          </p:cNvPr>
          <p:cNvSpPr/>
          <p:nvPr/>
        </p:nvSpPr>
        <p:spPr>
          <a:xfrm>
            <a:off x="10579511" y="213573"/>
            <a:ext cx="1612490" cy="1566066"/>
          </a:xfrm>
          <a:custGeom>
            <a:avLst/>
            <a:gdLst>
              <a:gd name="csX0" fmla="*/ 303259 w 2129642"/>
              <a:gd name="csY0" fmla="*/ 607493 h 2129642"/>
              <a:gd name="csX1" fmla="*/ 303259 w 2129642"/>
              <a:gd name="csY1" fmla="*/ 303259 h 2129642"/>
              <a:gd name="csX2" fmla="*/ 607493 w 2129642"/>
              <a:gd name="csY2" fmla="*/ 303259 h 2129642"/>
              <a:gd name="csX3" fmla="*/ 607493 w 2129642"/>
              <a:gd name="csY3" fmla="*/ 607493 h 2129642"/>
              <a:gd name="csX4" fmla="*/ 303259 w 2129642"/>
              <a:gd name="csY4" fmla="*/ 607493 h 2129642"/>
              <a:gd name="csX5" fmla="*/ -976 w 2129642"/>
              <a:gd name="csY5" fmla="*/ 911728 h 2129642"/>
              <a:gd name="csX6" fmla="*/ -976 w 2129642"/>
              <a:gd name="csY6" fmla="*/ -976 h 2129642"/>
              <a:gd name="csX7" fmla="*/ 911728 w 2129642"/>
              <a:gd name="csY7" fmla="*/ -976 h 2129642"/>
              <a:gd name="csX8" fmla="*/ 911728 w 2129642"/>
              <a:gd name="csY8" fmla="*/ 911728 h 2129642"/>
              <a:gd name="csX9" fmla="*/ -976 w 2129642"/>
              <a:gd name="csY9" fmla="*/ 911728 h 2129642"/>
              <a:gd name="csX10" fmla="*/ 151141 w 2129642"/>
              <a:gd name="csY10" fmla="*/ 151141 h 2129642"/>
              <a:gd name="csX11" fmla="*/ 151141 w 2129642"/>
              <a:gd name="csY11" fmla="*/ 759610 h 2129642"/>
              <a:gd name="csX12" fmla="*/ 759610 w 2129642"/>
              <a:gd name="csY12" fmla="*/ 759610 h 2129642"/>
              <a:gd name="csX13" fmla="*/ 759610 w 2129642"/>
              <a:gd name="csY13" fmla="*/ 151141 h 2129642"/>
              <a:gd name="csX14" fmla="*/ 151141 w 2129642"/>
              <a:gd name="csY14" fmla="*/ 151141 h 2129642"/>
              <a:gd name="csX15" fmla="*/ 303259 w 2129642"/>
              <a:gd name="csY15" fmla="*/ 1824432 h 2129642"/>
              <a:gd name="csX16" fmla="*/ 303259 w 2129642"/>
              <a:gd name="csY16" fmla="*/ 1520197 h 2129642"/>
              <a:gd name="csX17" fmla="*/ 607493 w 2129642"/>
              <a:gd name="csY17" fmla="*/ 1520197 h 2129642"/>
              <a:gd name="csX18" fmla="*/ 607493 w 2129642"/>
              <a:gd name="csY18" fmla="*/ 1824432 h 2129642"/>
              <a:gd name="csX19" fmla="*/ 303259 w 2129642"/>
              <a:gd name="csY19" fmla="*/ 1824432 h 2129642"/>
              <a:gd name="csX20" fmla="*/ -976 w 2129642"/>
              <a:gd name="csY20" fmla="*/ 2128666 h 2129642"/>
              <a:gd name="csX21" fmla="*/ -976 w 2129642"/>
              <a:gd name="csY21" fmla="*/ 1215962 h 2129642"/>
              <a:gd name="csX22" fmla="*/ 911728 w 2129642"/>
              <a:gd name="csY22" fmla="*/ 1215962 h 2129642"/>
              <a:gd name="csX23" fmla="*/ 911728 w 2129642"/>
              <a:gd name="csY23" fmla="*/ 2128666 h 2129642"/>
              <a:gd name="csX24" fmla="*/ -976 w 2129642"/>
              <a:gd name="csY24" fmla="*/ 2128666 h 2129642"/>
              <a:gd name="csX25" fmla="*/ 151141 w 2129642"/>
              <a:gd name="csY25" fmla="*/ 1368080 h 2129642"/>
              <a:gd name="csX26" fmla="*/ 151141 w 2129642"/>
              <a:gd name="csY26" fmla="*/ 1976549 h 2129642"/>
              <a:gd name="csX27" fmla="*/ 759610 w 2129642"/>
              <a:gd name="csY27" fmla="*/ 1976549 h 2129642"/>
              <a:gd name="csX28" fmla="*/ 759610 w 2129642"/>
              <a:gd name="csY28" fmla="*/ 1368080 h 2129642"/>
              <a:gd name="csX29" fmla="*/ 151141 w 2129642"/>
              <a:gd name="csY29" fmla="*/ 1368080 h 2129642"/>
              <a:gd name="csX30" fmla="*/ 1824432 w 2129642"/>
              <a:gd name="csY30" fmla="*/ 303259 h 2129642"/>
              <a:gd name="csX31" fmla="*/ 1824432 w 2129642"/>
              <a:gd name="csY31" fmla="*/ 607493 h 2129642"/>
              <a:gd name="csX32" fmla="*/ 1520197 w 2129642"/>
              <a:gd name="csY32" fmla="*/ 607493 h 2129642"/>
              <a:gd name="csX33" fmla="*/ 1520197 w 2129642"/>
              <a:gd name="csY33" fmla="*/ 303259 h 2129642"/>
              <a:gd name="csX34" fmla="*/ 1824432 w 2129642"/>
              <a:gd name="csY34" fmla="*/ 303259 h 2129642"/>
              <a:gd name="csX35" fmla="*/ 1215962 w 2129642"/>
              <a:gd name="csY35" fmla="*/ -976 h 2129642"/>
              <a:gd name="csX36" fmla="*/ 2128666 w 2129642"/>
              <a:gd name="csY36" fmla="*/ -976 h 2129642"/>
              <a:gd name="csX37" fmla="*/ 2128666 w 2129642"/>
              <a:gd name="csY37" fmla="*/ 911728 h 2129642"/>
              <a:gd name="csX38" fmla="*/ 1215962 w 2129642"/>
              <a:gd name="csY38" fmla="*/ 911728 h 2129642"/>
              <a:gd name="csX39" fmla="*/ 1215962 w 2129642"/>
              <a:gd name="csY39" fmla="*/ -976 h 2129642"/>
              <a:gd name="csX40" fmla="*/ 1976549 w 2129642"/>
              <a:gd name="csY40" fmla="*/ 759610 h 2129642"/>
              <a:gd name="csX41" fmla="*/ 1976549 w 2129642"/>
              <a:gd name="csY41" fmla="*/ 151141 h 2129642"/>
              <a:gd name="csX42" fmla="*/ 1368080 w 2129642"/>
              <a:gd name="csY42" fmla="*/ 151141 h 2129642"/>
              <a:gd name="csX43" fmla="*/ 1368080 w 2129642"/>
              <a:gd name="csY43" fmla="*/ 759610 h 2129642"/>
              <a:gd name="csX44" fmla="*/ 1976549 w 2129642"/>
              <a:gd name="csY44" fmla="*/ 759610 h 2129642"/>
              <a:gd name="csX45" fmla="*/ 1215962 w 2129642"/>
              <a:gd name="csY45" fmla="*/ 1672314 h 2129642"/>
              <a:gd name="csX46" fmla="*/ 1368080 w 2129642"/>
              <a:gd name="csY46" fmla="*/ 1672314 h 2129642"/>
              <a:gd name="csX47" fmla="*/ 1368080 w 2129642"/>
              <a:gd name="csY47" fmla="*/ 1824432 h 2129642"/>
              <a:gd name="csX48" fmla="*/ 1215962 w 2129642"/>
              <a:gd name="csY48" fmla="*/ 1824432 h 2129642"/>
              <a:gd name="csX49" fmla="*/ 1215962 w 2129642"/>
              <a:gd name="csY49" fmla="*/ 1672314 h 2129642"/>
              <a:gd name="csX50" fmla="*/ 1520197 w 2129642"/>
              <a:gd name="csY50" fmla="*/ 1368080 h 2129642"/>
              <a:gd name="csX51" fmla="*/ 1368080 w 2129642"/>
              <a:gd name="csY51" fmla="*/ 1368080 h 2129642"/>
              <a:gd name="csX52" fmla="*/ 1368080 w 2129642"/>
              <a:gd name="csY52" fmla="*/ 1520197 h 2129642"/>
              <a:gd name="csX53" fmla="*/ 1215962 w 2129642"/>
              <a:gd name="csY53" fmla="*/ 1520197 h 2129642"/>
              <a:gd name="csX54" fmla="*/ 1215962 w 2129642"/>
              <a:gd name="csY54" fmla="*/ 1215962 h 2129642"/>
              <a:gd name="csX55" fmla="*/ 1520197 w 2129642"/>
              <a:gd name="csY55" fmla="*/ 1215962 h 2129642"/>
              <a:gd name="csX56" fmla="*/ 1520197 w 2129642"/>
              <a:gd name="csY56" fmla="*/ 1368080 h 2129642"/>
              <a:gd name="csX57" fmla="*/ 1824432 w 2129642"/>
              <a:gd name="csY57" fmla="*/ 1215962 h 2129642"/>
              <a:gd name="csX58" fmla="*/ 1824432 w 2129642"/>
              <a:gd name="csY58" fmla="*/ 1368080 h 2129642"/>
              <a:gd name="csX59" fmla="*/ 1672314 w 2129642"/>
              <a:gd name="csY59" fmla="*/ 1368080 h 2129642"/>
              <a:gd name="csX60" fmla="*/ 1672314 w 2129642"/>
              <a:gd name="csY60" fmla="*/ 1215962 h 2129642"/>
              <a:gd name="csX61" fmla="*/ 1824432 w 2129642"/>
              <a:gd name="csY61" fmla="*/ 1215962 h 2129642"/>
              <a:gd name="csX62" fmla="*/ 1672314 w 2129642"/>
              <a:gd name="csY62" fmla="*/ 1368080 h 2129642"/>
              <a:gd name="csX63" fmla="*/ 1672314 w 2129642"/>
              <a:gd name="csY63" fmla="*/ 1672314 h 2129642"/>
              <a:gd name="csX64" fmla="*/ 1368080 w 2129642"/>
              <a:gd name="csY64" fmla="*/ 1672314 h 2129642"/>
              <a:gd name="csX65" fmla="*/ 1368080 w 2129642"/>
              <a:gd name="csY65" fmla="*/ 1520197 h 2129642"/>
              <a:gd name="csX66" fmla="*/ 1520197 w 2129642"/>
              <a:gd name="csY66" fmla="*/ 1520197 h 2129642"/>
              <a:gd name="csX67" fmla="*/ 1520197 w 2129642"/>
              <a:gd name="csY67" fmla="*/ 1368080 h 2129642"/>
              <a:gd name="csX68" fmla="*/ 1672314 w 2129642"/>
              <a:gd name="csY68" fmla="*/ 1368080 h 2129642"/>
              <a:gd name="csX69" fmla="*/ 1368080 w 2129642"/>
              <a:gd name="csY69" fmla="*/ 1824432 h 2129642"/>
              <a:gd name="csX70" fmla="*/ 1672314 w 2129642"/>
              <a:gd name="csY70" fmla="*/ 1824432 h 2129642"/>
              <a:gd name="csX71" fmla="*/ 1672314 w 2129642"/>
              <a:gd name="csY71" fmla="*/ 1976549 h 2129642"/>
              <a:gd name="csX72" fmla="*/ 1520197 w 2129642"/>
              <a:gd name="csY72" fmla="*/ 1976549 h 2129642"/>
              <a:gd name="csX73" fmla="*/ 1520197 w 2129642"/>
              <a:gd name="csY73" fmla="*/ 2128666 h 2129642"/>
              <a:gd name="csX74" fmla="*/ 1215962 w 2129642"/>
              <a:gd name="csY74" fmla="*/ 2128666 h 2129642"/>
              <a:gd name="csX75" fmla="*/ 1215962 w 2129642"/>
              <a:gd name="csY75" fmla="*/ 1976549 h 2129642"/>
              <a:gd name="csX76" fmla="*/ 1368080 w 2129642"/>
              <a:gd name="csY76" fmla="*/ 1976549 h 2129642"/>
              <a:gd name="csX77" fmla="*/ 1368080 w 2129642"/>
              <a:gd name="csY77" fmla="*/ 1824432 h 2129642"/>
              <a:gd name="csX78" fmla="*/ 1672314 w 2129642"/>
              <a:gd name="csY78" fmla="*/ 2128666 h 2129642"/>
              <a:gd name="csX79" fmla="*/ 1672314 w 2129642"/>
              <a:gd name="csY79" fmla="*/ 1976549 h 2129642"/>
              <a:gd name="csX80" fmla="*/ 1976549 w 2129642"/>
              <a:gd name="csY80" fmla="*/ 1976549 h 2129642"/>
              <a:gd name="csX81" fmla="*/ 1976549 w 2129642"/>
              <a:gd name="csY81" fmla="*/ 2128666 h 2129642"/>
              <a:gd name="csX82" fmla="*/ 1672314 w 2129642"/>
              <a:gd name="csY82" fmla="*/ 2128666 h 2129642"/>
              <a:gd name="csX83" fmla="*/ 2128666 w 2129642"/>
              <a:gd name="csY83" fmla="*/ 1976549 h 2129642"/>
              <a:gd name="csX84" fmla="*/ 1976549 w 2129642"/>
              <a:gd name="csY84" fmla="*/ 1976549 h 2129642"/>
              <a:gd name="csX85" fmla="*/ 1976549 w 2129642"/>
              <a:gd name="csY85" fmla="*/ 1672314 h 2129642"/>
              <a:gd name="csX86" fmla="*/ 2128666 w 2129642"/>
              <a:gd name="csY86" fmla="*/ 1672314 h 2129642"/>
              <a:gd name="csX87" fmla="*/ 2128666 w 2129642"/>
              <a:gd name="csY87" fmla="*/ 1976549 h 2129642"/>
              <a:gd name="csX88" fmla="*/ 1976549 w 2129642"/>
              <a:gd name="csY88" fmla="*/ 1368080 h 2129642"/>
              <a:gd name="csX89" fmla="*/ 1976549 w 2129642"/>
              <a:gd name="csY89" fmla="*/ 1215962 h 2129642"/>
              <a:gd name="csX90" fmla="*/ 2128666 w 2129642"/>
              <a:gd name="csY90" fmla="*/ 1215962 h 2129642"/>
              <a:gd name="csX91" fmla="*/ 2128666 w 2129642"/>
              <a:gd name="csY91" fmla="*/ 1520197 h 2129642"/>
              <a:gd name="csX92" fmla="*/ 1976549 w 2129642"/>
              <a:gd name="csY92" fmla="*/ 1520197 h 2129642"/>
              <a:gd name="csX93" fmla="*/ 1976549 w 2129642"/>
              <a:gd name="csY93" fmla="*/ 1672314 h 2129642"/>
              <a:gd name="csX94" fmla="*/ 1824432 w 2129642"/>
              <a:gd name="csY94" fmla="*/ 1672314 h 2129642"/>
              <a:gd name="csX95" fmla="*/ 1824432 w 2129642"/>
              <a:gd name="csY95" fmla="*/ 1368080 h 2129642"/>
              <a:gd name="csX96" fmla="*/ 1976549 w 2129642"/>
              <a:gd name="csY96" fmla="*/ 1368080 h 2129642"/>
              <a:gd name="csX97" fmla="*/ 1672314 w 2129642"/>
              <a:gd name="csY97" fmla="*/ 1824432 h 2129642"/>
              <a:gd name="csX98" fmla="*/ 1672314 w 2129642"/>
              <a:gd name="csY98" fmla="*/ 1672314 h 2129642"/>
              <a:gd name="csX99" fmla="*/ 1824432 w 2129642"/>
              <a:gd name="csY99" fmla="*/ 1672314 h 2129642"/>
              <a:gd name="csX100" fmla="*/ 1824432 w 2129642"/>
              <a:gd name="csY100" fmla="*/ 1824432 h 2129642"/>
              <a:gd name="csX101" fmla="*/ 1672314 w 2129642"/>
              <a:gd name="csY101" fmla="*/ 1824432 h 21296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</a:cxnLst>
            <a:rect l="l" t="t" r="r" b="b"/>
            <a:pathLst>
              <a:path w="2129642" h="2129642">
                <a:moveTo>
                  <a:pt x="303259" y="607493"/>
                </a:moveTo>
                <a:lnTo>
                  <a:pt x="303259" y="303259"/>
                </a:lnTo>
                <a:lnTo>
                  <a:pt x="607493" y="303259"/>
                </a:lnTo>
                <a:lnTo>
                  <a:pt x="607493" y="607493"/>
                </a:lnTo>
                <a:lnTo>
                  <a:pt x="303259" y="607493"/>
                </a:lnTo>
                <a:close/>
                <a:moveTo>
                  <a:pt x="-976" y="911728"/>
                </a:moveTo>
                <a:lnTo>
                  <a:pt x="-976" y="-976"/>
                </a:lnTo>
                <a:lnTo>
                  <a:pt x="911728" y="-976"/>
                </a:lnTo>
                <a:lnTo>
                  <a:pt x="911728" y="911728"/>
                </a:lnTo>
                <a:lnTo>
                  <a:pt x="-976" y="911728"/>
                </a:lnTo>
                <a:close/>
                <a:moveTo>
                  <a:pt x="151141" y="151141"/>
                </a:moveTo>
                <a:lnTo>
                  <a:pt x="151141" y="759610"/>
                </a:lnTo>
                <a:lnTo>
                  <a:pt x="759610" y="759610"/>
                </a:lnTo>
                <a:lnTo>
                  <a:pt x="759610" y="151141"/>
                </a:lnTo>
                <a:lnTo>
                  <a:pt x="151141" y="151141"/>
                </a:lnTo>
                <a:close/>
                <a:moveTo>
                  <a:pt x="303259" y="1824432"/>
                </a:moveTo>
                <a:lnTo>
                  <a:pt x="303259" y="1520197"/>
                </a:lnTo>
                <a:lnTo>
                  <a:pt x="607493" y="1520197"/>
                </a:lnTo>
                <a:lnTo>
                  <a:pt x="607493" y="1824432"/>
                </a:lnTo>
                <a:lnTo>
                  <a:pt x="303259" y="1824432"/>
                </a:lnTo>
                <a:close/>
                <a:moveTo>
                  <a:pt x="-976" y="2128666"/>
                </a:moveTo>
                <a:lnTo>
                  <a:pt x="-976" y="1215962"/>
                </a:lnTo>
                <a:lnTo>
                  <a:pt x="911728" y="1215962"/>
                </a:lnTo>
                <a:lnTo>
                  <a:pt x="911728" y="2128666"/>
                </a:lnTo>
                <a:lnTo>
                  <a:pt x="-976" y="2128666"/>
                </a:lnTo>
                <a:close/>
                <a:moveTo>
                  <a:pt x="151141" y="1368080"/>
                </a:moveTo>
                <a:lnTo>
                  <a:pt x="151141" y="1976549"/>
                </a:lnTo>
                <a:lnTo>
                  <a:pt x="759610" y="1976549"/>
                </a:lnTo>
                <a:lnTo>
                  <a:pt x="759610" y="1368080"/>
                </a:lnTo>
                <a:lnTo>
                  <a:pt x="151141" y="1368080"/>
                </a:lnTo>
                <a:close/>
                <a:moveTo>
                  <a:pt x="1824432" y="303259"/>
                </a:moveTo>
                <a:lnTo>
                  <a:pt x="1824432" y="607493"/>
                </a:lnTo>
                <a:lnTo>
                  <a:pt x="1520197" y="607493"/>
                </a:lnTo>
                <a:lnTo>
                  <a:pt x="1520197" y="303259"/>
                </a:lnTo>
                <a:lnTo>
                  <a:pt x="1824432" y="303259"/>
                </a:lnTo>
                <a:close/>
                <a:moveTo>
                  <a:pt x="1215962" y="-976"/>
                </a:moveTo>
                <a:lnTo>
                  <a:pt x="2128666" y="-976"/>
                </a:lnTo>
                <a:lnTo>
                  <a:pt x="2128666" y="911728"/>
                </a:lnTo>
                <a:lnTo>
                  <a:pt x="1215962" y="911728"/>
                </a:lnTo>
                <a:lnTo>
                  <a:pt x="1215962" y="-976"/>
                </a:lnTo>
                <a:close/>
                <a:moveTo>
                  <a:pt x="1976549" y="759610"/>
                </a:moveTo>
                <a:lnTo>
                  <a:pt x="1976549" y="151141"/>
                </a:lnTo>
                <a:lnTo>
                  <a:pt x="1368080" y="151141"/>
                </a:lnTo>
                <a:lnTo>
                  <a:pt x="1368080" y="759610"/>
                </a:lnTo>
                <a:lnTo>
                  <a:pt x="1976549" y="759610"/>
                </a:lnTo>
                <a:close/>
                <a:moveTo>
                  <a:pt x="1215962" y="1672314"/>
                </a:moveTo>
                <a:lnTo>
                  <a:pt x="1368080" y="1672314"/>
                </a:lnTo>
                <a:lnTo>
                  <a:pt x="1368080" y="1824432"/>
                </a:lnTo>
                <a:lnTo>
                  <a:pt x="1215962" y="1824432"/>
                </a:lnTo>
                <a:lnTo>
                  <a:pt x="1215962" y="1672314"/>
                </a:lnTo>
                <a:close/>
                <a:moveTo>
                  <a:pt x="1520197" y="1368080"/>
                </a:moveTo>
                <a:lnTo>
                  <a:pt x="1368080" y="1368080"/>
                </a:lnTo>
                <a:lnTo>
                  <a:pt x="1368080" y="1520197"/>
                </a:lnTo>
                <a:lnTo>
                  <a:pt x="1215962" y="1520197"/>
                </a:lnTo>
                <a:lnTo>
                  <a:pt x="1215962" y="1215962"/>
                </a:lnTo>
                <a:lnTo>
                  <a:pt x="1520197" y="1215962"/>
                </a:lnTo>
                <a:lnTo>
                  <a:pt x="1520197" y="1368080"/>
                </a:lnTo>
                <a:close/>
                <a:moveTo>
                  <a:pt x="1824432" y="1215962"/>
                </a:moveTo>
                <a:lnTo>
                  <a:pt x="1824432" y="1368080"/>
                </a:lnTo>
                <a:lnTo>
                  <a:pt x="1672314" y="1368080"/>
                </a:lnTo>
                <a:lnTo>
                  <a:pt x="1672314" y="1215962"/>
                </a:lnTo>
                <a:lnTo>
                  <a:pt x="1824432" y="1215962"/>
                </a:lnTo>
                <a:close/>
                <a:moveTo>
                  <a:pt x="1672314" y="1368080"/>
                </a:moveTo>
                <a:lnTo>
                  <a:pt x="1672314" y="1672314"/>
                </a:lnTo>
                <a:lnTo>
                  <a:pt x="1368080" y="1672314"/>
                </a:lnTo>
                <a:lnTo>
                  <a:pt x="1368080" y="1520197"/>
                </a:lnTo>
                <a:lnTo>
                  <a:pt x="1520197" y="1520197"/>
                </a:lnTo>
                <a:lnTo>
                  <a:pt x="1520197" y="1368080"/>
                </a:lnTo>
                <a:lnTo>
                  <a:pt x="1672314" y="1368080"/>
                </a:lnTo>
                <a:close/>
                <a:moveTo>
                  <a:pt x="1368080" y="1824432"/>
                </a:moveTo>
                <a:lnTo>
                  <a:pt x="1672314" y="1824432"/>
                </a:lnTo>
                <a:lnTo>
                  <a:pt x="1672314" y="1976549"/>
                </a:lnTo>
                <a:lnTo>
                  <a:pt x="1520197" y="1976549"/>
                </a:lnTo>
                <a:lnTo>
                  <a:pt x="1520197" y="2128666"/>
                </a:lnTo>
                <a:lnTo>
                  <a:pt x="1215962" y="2128666"/>
                </a:lnTo>
                <a:lnTo>
                  <a:pt x="1215962" y="1976549"/>
                </a:lnTo>
                <a:lnTo>
                  <a:pt x="1368080" y="1976549"/>
                </a:lnTo>
                <a:lnTo>
                  <a:pt x="1368080" y="1824432"/>
                </a:lnTo>
                <a:close/>
                <a:moveTo>
                  <a:pt x="1672314" y="2128666"/>
                </a:moveTo>
                <a:lnTo>
                  <a:pt x="1672314" y="1976549"/>
                </a:lnTo>
                <a:lnTo>
                  <a:pt x="1976549" y="1976549"/>
                </a:lnTo>
                <a:lnTo>
                  <a:pt x="1976549" y="2128666"/>
                </a:lnTo>
                <a:lnTo>
                  <a:pt x="1672314" y="2128666"/>
                </a:lnTo>
                <a:close/>
                <a:moveTo>
                  <a:pt x="2128666" y="1976549"/>
                </a:moveTo>
                <a:lnTo>
                  <a:pt x="1976549" y="1976549"/>
                </a:lnTo>
                <a:lnTo>
                  <a:pt x="1976549" y="1672314"/>
                </a:lnTo>
                <a:lnTo>
                  <a:pt x="2128666" y="1672314"/>
                </a:lnTo>
                <a:lnTo>
                  <a:pt x="2128666" y="1976549"/>
                </a:lnTo>
                <a:close/>
                <a:moveTo>
                  <a:pt x="1976549" y="1368080"/>
                </a:moveTo>
                <a:lnTo>
                  <a:pt x="1976549" y="1215962"/>
                </a:lnTo>
                <a:lnTo>
                  <a:pt x="2128666" y="1215962"/>
                </a:lnTo>
                <a:lnTo>
                  <a:pt x="2128666" y="1520197"/>
                </a:lnTo>
                <a:lnTo>
                  <a:pt x="1976549" y="1520197"/>
                </a:lnTo>
                <a:lnTo>
                  <a:pt x="1976549" y="1672314"/>
                </a:lnTo>
                <a:lnTo>
                  <a:pt x="1824432" y="1672314"/>
                </a:lnTo>
                <a:lnTo>
                  <a:pt x="1824432" y="1368080"/>
                </a:lnTo>
                <a:lnTo>
                  <a:pt x="1976549" y="1368080"/>
                </a:lnTo>
                <a:close/>
                <a:moveTo>
                  <a:pt x="1672314" y="1824432"/>
                </a:moveTo>
                <a:lnTo>
                  <a:pt x="1672314" y="1672314"/>
                </a:lnTo>
                <a:lnTo>
                  <a:pt x="1824432" y="1672314"/>
                </a:lnTo>
                <a:lnTo>
                  <a:pt x="1824432" y="1824432"/>
                </a:lnTo>
                <a:lnTo>
                  <a:pt x="1672314" y="1824432"/>
                </a:lnTo>
                <a:close/>
              </a:path>
            </a:pathLst>
          </a:custGeom>
          <a:solidFill>
            <a:srgbClr val="DEF2F9"/>
          </a:solidFill>
          <a:ln w="1186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337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B68A3-F1BF-751E-A844-5AD1738AD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51B95BE-FA5A-8973-FCE0-1E494A3CB1AA}"/>
              </a:ext>
            </a:extLst>
          </p:cNvPr>
          <p:cNvSpPr/>
          <p:nvPr/>
        </p:nvSpPr>
        <p:spPr>
          <a:xfrm>
            <a:off x="8573729" y="747252"/>
            <a:ext cx="2998840" cy="2369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5BEC94-F2C1-7D74-49C9-CA6919A08215}"/>
              </a:ext>
            </a:extLst>
          </p:cNvPr>
          <p:cNvSpPr/>
          <p:nvPr/>
        </p:nvSpPr>
        <p:spPr>
          <a:xfrm>
            <a:off x="0" y="3716595"/>
            <a:ext cx="5181600" cy="30578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Graphic 8" descr="QR Code">
            <a:extLst>
              <a:ext uri="{FF2B5EF4-FFF2-40B4-BE49-F238E27FC236}">
                <a16:creationId xmlns:a16="http://schemas.microsoft.com/office/drawing/2014/main" id="{EFD27105-B3A2-6C10-CABF-62F74DA59147}"/>
              </a:ext>
            </a:extLst>
          </p:cNvPr>
          <p:cNvSpPr/>
          <p:nvPr/>
        </p:nvSpPr>
        <p:spPr>
          <a:xfrm>
            <a:off x="0" y="2610279"/>
            <a:ext cx="1284790" cy="1076446"/>
          </a:xfrm>
          <a:custGeom>
            <a:avLst/>
            <a:gdLst>
              <a:gd name="csX0" fmla="*/ 303259 w 2129642"/>
              <a:gd name="csY0" fmla="*/ 607493 h 2129642"/>
              <a:gd name="csX1" fmla="*/ 303259 w 2129642"/>
              <a:gd name="csY1" fmla="*/ 303259 h 2129642"/>
              <a:gd name="csX2" fmla="*/ 607493 w 2129642"/>
              <a:gd name="csY2" fmla="*/ 303259 h 2129642"/>
              <a:gd name="csX3" fmla="*/ 607493 w 2129642"/>
              <a:gd name="csY3" fmla="*/ 607493 h 2129642"/>
              <a:gd name="csX4" fmla="*/ 303259 w 2129642"/>
              <a:gd name="csY4" fmla="*/ 607493 h 2129642"/>
              <a:gd name="csX5" fmla="*/ -976 w 2129642"/>
              <a:gd name="csY5" fmla="*/ 911728 h 2129642"/>
              <a:gd name="csX6" fmla="*/ -976 w 2129642"/>
              <a:gd name="csY6" fmla="*/ -976 h 2129642"/>
              <a:gd name="csX7" fmla="*/ 911728 w 2129642"/>
              <a:gd name="csY7" fmla="*/ -976 h 2129642"/>
              <a:gd name="csX8" fmla="*/ 911728 w 2129642"/>
              <a:gd name="csY8" fmla="*/ 911728 h 2129642"/>
              <a:gd name="csX9" fmla="*/ -976 w 2129642"/>
              <a:gd name="csY9" fmla="*/ 911728 h 2129642"/>
              <a:gd name="csX10" fmla="*/ 151141 w 2129642"/>
              <a:gd name="csY10" fmla="*/ 151141 h 2129642"/>
              <a:gd name="csX11" fmla="*/ 151141 w 2129642"/>
              <a:gd name="csY11" fmla="*/ 759610 h 2129642"/>
              <a:gd name="csX12" fmla="*/ 759610 w 2129642"/>
              <a:gd name="csY12" fmla="*/ 759610 h 2129642"/>
              <a:gd name="csX13" fmla="*/ 759610 w 2129642"/>
              <a:gd name="csY13" fmla="*/ 151141 h 2129642"/>
              <a:gd name="csX14" fmla="*/ 151141 w 2129642"/>
              <a:gd name="csY14" fmla="*/ 151141 h 2129642"/>
              <a:gd name="csX15" fmla="*/ 303259 w 2129642"/>
              <a:gd name="csY15" fmla="*/ 1824432 h 2129642"/>
              <a:gd name="csX16" fmla="*/ 303259 w 2129642"/>
              <a:gd name="csY16" fmla="*/ 1520197 h 2129642"/>
              <a:gd name="csX17" fmla="*/ 607493 w 2129642"/>
              <a:gd name="csY17" fmla="*/ 1520197 h 2129642"/>
              <a:gd name="csX18" fmla="*/ 607493 w 2129642"/>
              <a:gd name="csY18" fmla="*/ 1824432 h 2129642"/>
              <a:gd name="csX19" fmla="*/ 303259 w 2129642"/>
              <a:gd name="csY19" fmla="*/ 1824432 h 2129642"/>
              <a:gd name="csX20" fmla="*/ -976 w 2129642"/>
              <a:gd name="csY20" fmla="*/ 2128666 h 2129642"/>
              <a:gd name="csX21" fmla="*/ -976 w 2129642"/>
              <a:gd name="csY21" fmla="*/ 1215962 h 2129642"/>
              <a:gd name="csX22" fmla="*/ 911728 w 2129642"/>
              <a:gd name="csY22" fmla="*/ 1215962 h 2129642"/>
              <a:gd name="csX23" fmla="*/ 911728 w 2129642"/>
              <a:gd name="csY23" fmla="*/ 2128666 h 2129642"/>
              <a:gd name="csX24" fmla="*/ -976 w 2129642"/>
              <a:gd name="csY24" fmla="*/ 2128666 h 2129642"/>
              <a:gd name="csX25" fmla="*/ 151141 w 2129642"/>
              <a:gd name="csY25" fmla="*/ 1368080 h 2129642"/>
              <a:gd name="csX26" fmla="*/ 151141 w 2129642"/>
              <a:gd name="csY26" fmla="*/ 1976549 h 2129642"/>
              <a:gd name="csX27" fmla="*/ 759610 w 2129642"/>
              <a:gd name="csY27" fmla="*/ 1976549 h 2129642"/>
              <a:gd name="csX28" fmla="*/ 759610 w 2129642"/>
              <a:gd name="csY28" fmla="*/ 1368080 h 2129642"/>
              <a:gd name="csX29" fmla="*/ 151141 w 2129642"/>
              <a:gd name="csY29" fmla="*/ 1368080 h 2129642"/>
              <a:gd name="csX30" fmla="*/ 1824432 w 2129642"/>
              <a:gd name="csY30" fmla="*/ 303259 h 2129642"/>
              <a:gd name="csX31" fmla="*/ 1824432 w 2129642"/>
              <a:gd name="csY31" fmla="*/ 607493 h 2129642"/>
              <a:gd name="csX32" fmla="*/ 1520197 w 2129642"/>
              <a:gd name="csY32" fmla="*/ 607493 h 2129642"/>
              <a:gd name="csX33" fmla="*/ 1520197 w 2129642"/>
              <a:gd name="csY33" fmla="*/ 303259 h 2129642"/>
              <a:gd name="csX34" fmla="*/ 1824432 w 2129642"/>
              <a:gd name="csY34" fmla="*/ 303259 h 2129642"/>
              <a:gd name="csX35" fmla="*/ 1215962 w 2129642"/>
              <a:gd name="csY35" fmla="*/ -976 h 2129642"/>
              <a:gd name="csX36" fmla="*/ 2128666 w 2129642"/>
              <a:gd name="csY36" fmla="*/ -976 h 2129642"/>
              <a:gd name="csX37" fmla="*/ 2128666 w 2129642"/>
              <a:gd name="csY37" fmla="*/ 911728 h 2129642"/>
              <a:gd name="csX38" fmla="*/ 1215962 w 2129642"/>
              <a:gd name="csY38" fmla="*/ 911728 h 2129642"/>
              <a:gd name="csX39" fmla="*/ 1215962 w 2129642"/>
              <a:gd name="csY39" fmla="*/ -976 h 2129642"/>
              <a:gd name="csX40" fmla="*/ 1976549 w 2129642"/>
              <a:gd name="csY40" fmla="*/ 759610 h 2129642"/>
              <a:gd name="csX41" fmla="*/ 1976549 w 2129642"/>
              <a:gd name="csY41" fmla="*/ 151141 h 2129642"/>
              <a:gd name="csX42" fmla="*/ 1368080 w 2129642"/>
              <a:gd name="csY42" fmla="*/ 151141 h 2129642"/>
              <a:gd name="csX43" fmla="*/ 1368080 w 2129642"/>
              <a:gd name="csY43" fmla="*/ 759610 h 2129642"/>
              <a:gd name="csX44" fmla="*/ 1976549 w 2129642"/>
              <a:gd name="csY44" fmla="*/ 759610 h 2129642"/>
              <a:gd name="csX45" fmla="*/ 1215962 w 2129642"/>
              <a:gd name="csY45" fmla="*/ 1672314 h 2129642"/>
              <a:gd name="csX46" fmla="*/ 1368080 w 2129642"/>
              <a:gd name="csY46" fmla="*/ 1672314 h 2129642"/>
              <a:gd name="csX47" fmla="*/ 1368080 w 2129642"/>
              <a:gd name="csY47" fmla="*/ 1824432 h 2129642"/>
              <a:gd name="csX48" fmla="*/ 1215962 w 2129642"/>
              <a:gd name="csY48" fmla="*/ 1824432 h 2129642"/>
              <a:gd name="csX49" fmla="*/ 1215962 w 2129642"/>
              <a:gd name="csY49" fmla="*/ 1672314 h 2129642"/>
              <a:gd name="csX50" fmla="*/ 1520197 w 2129642"/>
              <a:gd name="csY50" fmla="*/ 1368080 h 2129642"/>
              <a:gd name="csX51" fmla="*/ 1368080 w 2129642"/>
              <a:gd name="csY51" fmla="*/ 1368080 h 2129642"/>
              <a:gd name="csX52" fmla="*/ 1368080 w 2129642"/>
              <a:gd name="csY52" fmla="*/ 1520197 h 2129642"/>
              <a:gd name="csX53" fmla="*/ 1215962 w 2129642"/>
              <a:gd name="csY53" fmla="*/ 1520197 h 2129642"/>
              <a:gd name="csX54" fmla="*/ 1215962 w 2129642"/>
              <a:gd name="csY54" fmla="*/ 1215962 h 2129642"/>
              <a:gd name="csX55" fmla="*/ 1520197 w 2129642"/>
              <a:gd name="csY55" fmla="*/ 1215962 h 2129642"/>
              <a:gd name="csX56" fmla="*/ 1520197 w 2129642"/>
              <a:gd name="csY56" fmla="*/ 1368080 h 2129642"/>
              <a:gd name="csX57" fmla="*/ 1824432 w 2129642"/>
              <a:gd name="csY57" fmla="*/ 1215962 h 2129642"/>
              <a:gd name="csX58" fmla="*/ 1824432 w 2129642"/>
              <a:gd name="csY58" fmla="*/ 1368080 h 2129642"/>
              <a:gd name="csX59" fmla="*/ 1672314 w 2129642"/>
              <a:gd name="csY59" fmla="*/ 1368080 h 2129642"/>
              <a:gd name="csX60" fmla="*/ 1672314 w 2129642"/>
              <a:gd name="csY60" fmla="*/ 1215962 h 2129642"/>
              <a:gd name="csX61" fmla="*/ 1824432 w 2129642"/>
              <a:gd name="csY61" fmla="*/ 1215962 h 2129642"/>
              <a:gd name="csX62" fmla="*/ 1672314 w 2129642"/>
              <a:gd name="csY62" fmla="*/ 1368080 h 2129642"/>
              <a:gd name="csX63" fmla="*/ 1672314 w 2129642"/>
              <a:gd name="csY63" fmla="*/ 1672314 h 2129642"/>
              <a:gd name="csX64" fmla="*/ 1368080 w 2129642"/>
              <a:gd name="csY64" fmla="*/ 1672314 h 2129642"/>
              <a:gd name="csX65" fmla="*/ 1368080 w 2129642"/>
              <a:gd name="csY65" fmla="*/ 1520197 h 2129642"/>
              <a:gd name="csX66" fmla="*/ 1520197 w 2129642"/>
              <a:gd name="csY66" fmla="*/ 1520197 h 2129642"/>
              <a:gd name="csX67" fmla="*/ 1520197 w 2129642"/>
              <a:gd name="csY67" fmla="*/ 1368080 h 2129642"/>
              <a:gd name="csX68" fmla="*/ 1672314 w 2129642"/>
              <a:gd name="csY68" fmla="*/ 1368080 h 2129642"/>
              <a:gd name="csX69" fmla="*/ 1368080 w 2129642"/>
              <a:gd name="csY69" fmla="*/ 1824432 h 2129642"/>
              <a:gd name="csX70" fmla="*/ 1672314 w 2129642"/>
              <a:gd name="csY70" fmla="*/ 1824432 h 2129642"/>
              <a:gd name="csX71" fmla="*/ 1672314 w 2129642"/>
              <a:gd name="csY71" fmla="*/ 1976549 h 2129642"/>
              <a:gd name="csX72" fmla="*/ 1520197 w 2129642"/>
              <a:gd name="csY72" fmla="*/ 1976549 h 2129642"/>
              <a:gd name="csX73" fmla="*/ 1520197 w 2129642"/>
              <a:gd name="csY73" fmla="*/ 2128666 h 2129642"/>
              <a:gd name="csX74" fmla="*/ 1215962 w 2129642"/>
              <a:gd name="csY74" fmla="*/ 2128666 h 2129642"/>
              <a:gd name="csX75" fmla="*/ 1215962 w 2129642"/>
              <a:gd name="csY75" fmla="*/ 1976549 h 2129642"/>
              <a:gd name="csX76" fmla="*/ 1368080 w 2129642"/>
              <a:gd name="csY76" fmla="*/ 1976549 h 2129642"/>
              <a:gd name="csX77" fmla="*/ 1368080 w 2129642"/>
              <a:gd name="csY77" fmla="*/ 1824432 h 2129642"/>
              <a:gd name="csX78" fmla="*/ 1672314 w 2129642"/>
              <a:gd name="csY78" fmla="*/ 2128666 h 2129642"/>
              <a:gd name="csX79" fmla="*/ 1672314 w 2129642"/>
              <a:gd name="csY79" fmla="*/ 1976549 h 2129642"/>
              <a:gd name="csX80" fmla="*/ 1976549 w 2129642"/>
              <a:gd name="csY80" fmla="*/ 1976549 h 2129642"/>
              <a:gd name="csX81" fmla="*/ 1976549 w 2129642"/>
              <a:gd name="csY81" fmla="*/ 2128666 h 2129642"/>
              <a:gd name="csX82" fmla="*/ 1672314 w 2129642"/>
              <a:gd name="csY82" fmla="*/ 2128666 h 2129642"/>
              <a:gd name="csX83" fmla="*/ 2128666 w 2129642"/>
              <a:gd name="csY83" fmla="*/ 1976549 h 2129642"/>
              <a:gd name="csX84" fmla="*/ 1976549 w 2129642"/>
              <a:gd name="csY84" fmla="*/ 1976549 h 2129642"/>
              <a:gd name="csX85" fmla="*/ 1976549 w 2129642"/>
              <a:gd name="csY85" fmla="*/ 1672314 h 2129642"/>
              <a:gd name="csX86" fmla="*/ 2128666 w 2129642"/>
              <a:gd name="csY86" fmla="*/ 1672314 h 2129642"/>
              <a:gd name="csX87" fmla="*/ 2128666 w 2129642"/>
              <a:gd name="csY87" fmla="*/ 1976549 h 2129642"/>
              <a:gd name="csX88" fmla="*/ 1976549 w 2129642"/>
              <a:gd name="csY88" fmla="*/ 1368080 h 2129642"/>
              <a:gd name="csX89" fmla="*/ 1976549 w 2129642"/>
              <a:gd name="csY89" fmla="*/ 1215962 h 2129642"/>
              <a:gd name="csX90" fmla="*/ 2128666 w 2129642"/>
              <a:gd name="csY90" fmla="*/ 1215962 h 2129642"/>
              <a:gd name="csX91" fmla="*/ 2128666 w 2129642"/>
              <a:gd name="csY91" fmla="*/ 1520197 h 2129642"/>
              <a:gd name="csX92" fmla="*/ 1976549 w 2129642"/>
              <a:gd name="csY92" fmla="*/ 1520197 h 2129642"/>
              <a:gd name="csX93" fmla="*/ 1976549 w 2129642"/>
              <a:gd name="csY93" fmla="*/ 1672314 h 2129642"/>
              <a:gd name="csX94" fmla="*/ 1824432 w 2129642"/>
              <a:gd name="csY94" fmla="*/ 1672314 h 2129642"/>
              <a:gd name="csX95" fmla="*/ 1824432 w 2129642"/>
              <a:gd name="csY95" fmla="*/ 1368080 h 2129642"/>
              <a:gd name="csX96" fmla="*/ 1976549 w 2129642"/>
              <a:gd name="csY96" fmla="*/ 1368080 h 2129642"/>
              <a:gd name="csX97" fmla="*/ 1672314 w 2129642"/>
              <a:gd name="csY97" fmla="*/ 1824432 h 2129642"/>
              <a:gd name="csX98" fmla="*/ 1672314 w 2129642"/>
              <a:gd name="csY98" fmla="*/ 1672314 h 2129642"/>
              <a:gd name="csX99" fmla="*/ 1824432 w 2129642"/>
              <a:gd name="csY99" fmla="*/ 1672314 h 2129642"/>
              <a:gd name="csX100" fmla="*/ 1824432 w 2129642"/>
              <a:gd name="csY100" fmla="*/ 1824432 h 2129642"/>
              <a:gd name="csX101" fmla="*/ 1672314 w 2129642"/>
              <a:gd name="csY101" fmla="*/ 1824432 h 21296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</a:cxnLst>
            <a:rect l="l" t="t" r="r" b="b"/>
            <a:pathLst>
              <a:path w="2129642" h="2129642">
                <a:moveTo>
                  <a:pt x="303259" y="607493"/>
                </a:moveTo>
                <a:lnTo>
                  <a:pt x="303259" y="303259"/>
                </a:lnTo>
                <a:lnTo>
                  <a:pt x="607493" y="303259"/>
                </a:lnTo>
                <a:lnTo>
                  <a:pt x="607493" y="607493"/>
                </a:lnTo>
                <a:lnTo>
                  <a:pt x="303259" y="607493"/>
                </a:lnTo>
                <a:close/>
                <a:moveTo>
                  <a:pt x="-976" y="911728"/>
                </a:moveTo>
                <a:lnTo>
                  <a:pt x="-976" y="-976"/>
                </a:lnTo>
                <a:lnTo>
                  <a:pt x="911728" y="-976"/>
                </a:lnTo>
                <a:lnTo>
                  <a:pt x="911728" y="911728"/>
                </a:lnTo>
                <a:lnTo>
                  <a:pt x="-976" y="911728"/>
                </a:lnTo>
                <a:close/>
                <a:moveTo>
                  <a:pt x="151141" y="151141"/>
                </a:moveTo>
                <a:lnTo>
                  <a:pt x="151141" y="759610"/>
                </a:lnTo>
                <a:lnTo>
                  <a:pt x="759610" y="759610"/>
                </a:lnTo>
                <a:lnTo>
                  <a:pt x="759610" y="151141"/>
                </a:lnTo>
                <a:lnTo>
                  <a:pt x="151141" y="151141"/>
                </a:lnTo>
                <a:close/>
                <a:moveTo>
                  <a:pt x="303259" y="1824432"/>
                </a:moveTo>
                <a:lnTo>
                  <a:pt x="303259" y="1520197"/>
                </a:lnTo>
                <a:lnTo>
                  <a:pt x="607493" y="1520197"/>
                </a:lnTo>
                <a:lnTo>
                  <a:pt x="607493" y="1824432"/>
                </a:lnTo>
                <a:lnTo>
                  <a:pt x="303259" y="1824432"/>
                </a:lnTo>
                <a:close/>
                <a:moveTo>
                  <a:pt x="-976" y="2128666"/>
                </a:moveTo>
                <a:lnTo>
                  <a:pt x="-976" y="1215962"/>
                </a:lnTo>
                <a:lnTo>
                  <a:pt x="911728" y="1215962"/>
                </a:lnTo>
                <a:lnTo>
                  <a:pt x="911728" y="2128666"/>
                </a:lnTo>
                <a:lnTo>
                  <a:pt x="-976" y="2128666"/>
                </a:lnTo>
                <a:close/>
                <a:moveTo>
                  <a:pt x="151141" y="1368080"/>
                </a:moveTo>
                <a:lnTo>
                  <a:pt x="151141" y="1976549"/>
                </a:lnTo>
                <a:lnTo>
                  <a:pt x="759610" y="1976549"/>
                </a:lnTo>
                <a:lnTo>
                  <a:pt x="759610" y="1368080"/>
                </a:lnTo>
                <a:lnTo>
                  <a:pt x="151141" y="1368080"/>
                </a:lnTo>
                <a:close/>
                <a:moveTo>
                  <a:pt x="1824432" y="303259"/>
                </a:moveTo>
                <a:lnTo>
                  <a:pt x="1824432" y="607493"/>
                </a:lnTo>
                <a:lnTo>
                  <a:pt x="1520197" y="607493"/>
                </a:lnTo>
                <a:lnTo>
                  <a:pt x="1520197" y="303259"/>
                </a:lnTo>
                <a:lnTo>
                  <a:pt x="1824432" y="303259"/>
                </a:lnTo>
                <a:close/>
                <a:moveTo>
                  <a:pt x="1215962" y="-976"/>
                </a:moveTo>
                <a:lnTo>
                  <a:pt x="2128666" y="-976"/>
                </a:lnTo>
                <a:lnTo>
                  <a:pt x="2128666" y="911728"/>
                </a:lnTo>
                <a:lnTo>
                  <a:pt x="1215962" y="911728"/>
                </a:lnTo>
                <a:lnTo>
                  <a:pt x="1215962" y="-976"/>
                </a:lnTo>
                <a:close/>
                <a:moveTo>
                  <a:pt x="1976549" y="759610"/>
                </a:moveTo>
                <a:lnTo>
                  <a:pt x="1976549" y="151141"/>
                </a:lnTo>
                <a:lnTo>
                  <a:pt x="1368080" y="151141"/>
                </a:lnTo>
                <a:lnTo>
                  <a:pt x="1368080" y="759610"/>
                </a:lnTo>
                <a:lnTo>
                  <a:pt x="1976549" y="759610"/>
                </a:lnTo>
                <a:close/>
                <a:moveTo>
                  <a:pt x="1215962" y="1672314"/>
                </a:moveTo>
                <a:lnTo>
                  <a:pt x="1368080" y="1672314"/>
                </a:lnTo>
                <a:lnTo>
                  <a:pt x="1368080" y="1824432"/>
                </a:lnTo>
                <a:lnTo>
                  <a:pt x="1215962" y="1824432"/>
                </a:lnTo>
                <a:lnTo>
                  <a:pt x="1215962" y="1672314"/>
                </a:lnTo>
                <a:close/>
                <a:moveTo>
                  <a:pt x="1520197" y="1368080"/>
                </a:moveTo>
                <a:lnTo>
                  <a:pt x="1368080" y="1368080"/>
                </a:lnTo>
                <a:lnTo>
                  <a:pt x="1368080" y="1520197"/>
                </a:lnTo>
                <a:lnTo>
                  <a:pt x="1215962" y="1520197"/>
                </a:lnTo>
                <a:lnTo>
                  <a:pt x="1215962" y="1215962"/>
                </a:lnTo>
                <a:lnTo>
                  <a:pt x="1520197" y="1215962"/>
                </a:lnTo>
                <a:lnTo>
                  <a:pt x="1520197" y="1368080"/>
                </a:lnTo>
                <a:close/>
                <a:moveTo>
                  <a:pt x="1824432" y="1215962"/>
                </a:moveTo>
                <a:lnTo>
                  <a:pt x="1824432" y="1368080"/>
                </a:lnTo>
                <a:lnTo>
                  <a:pt x="1672314" y="1368080"/>
                </a:lnTo>
                <a:lnTo>
                  <a:pt x="1672314" y="1215962"/>
                </a:lnTo>
                <a:lnTo>
                  <a:pt x="1824432" y="1215962"/>
                </a:lnTo>
                <a:close/>
                <a:moveTo>
                  <a:pt x="1672314" y="1368080"/>
                </a:moveTo>
                <a:lnTo>
                  <a:pt x="1672314" y="1672314"/>
                </a:lnTo>
                <a:lnTo>
                  <a:pt x="1368080" y="1672314"/>
                </a:lnTo>
                <a:lnTo>
                  <a:pt x="1368080" y="1520197"/>
                </a:lnTo>
                <a:lnTo>
                  <a:pt x="1520197" y="1520197"/>
                </a:lnTo>
                <a:lnTo>
                  <a:pt x="1520197" y="1368080"/>
                </a:lnTo>
                <a:lnTo>
                  <a:pt x="1672314" y="1368080"/>
                </a:lnTo>
                <a:close/>
                <a:moveTo>
                  <a:pt x="1368080" y="1824432"/>
                </a:moveTo>
                <a:lnTo>
                  <a:pt x="1672314" y="1824432"/>
                </a:lnTo>
                <a:lnTo>
                  <a:pt x="1672314" y="1976549"/>
                </a:lnTo>
                <a:lnTo>
                  <a:pt x="1520197" y="1976549"/>
                </a:lnTo>
                <a:lnTo>
                  <a:pt x="1520197" y="2128666"/>
                </a:lnTo>
                <a:lnTo>
                  <a:pt x="1215962" y="2128666"/>
                </a:lnTo>
                <a:lnTo>
                  <a:pt x="1215962" y="1976549"/>
                </a:lnTo>
                <a:lnTo>
                  <a:pt x="1368080" y="1976549"/>
                </a:lnTo>
                <a:lnTo>
                  <a:pt x="1368080" y="1824432"/>
                </a:lnTo>
                <a:close/>
                <a:moveTo>
                  <a:pt x="1672314" y="2128666"/>
                </a:moveTo>
                <a:lnTo>
                  <a:pt x="1672314" y="1976549"/>
                </a:lnTo>
                <a:lnTo>
                  <a:pt x="1976549" y="1976549"/>
                </a:lnTo>
                <a:lnTo>
                  <a:pt x="1976549" y="2128666"/>
                </a:lnTo>
                <a:lnTo>
                  <a:pt x="1672314" y="2128666"/>
                </a:lnTo>
                <a:close/>
                <a:moveTo>
                  <a:pt x="2128666" y="1976549"/>
                </a:moveTo>
                <a:lnTo>
                  <a:pt x="1976549" y="1976549"/>
                </a:lnTo>
                <a:lnTo>
                  <a:pt x="1976549" y="1672314"/>
                </a:lnTo>
                <a:lnTo>
                  <a:pt x="2128666" y="1672314"/>
                </a:lnTo>
                <a:lnTo>
                  <a:pt x="2128666" y="1976549"/>
                </a:lnTo>
                <a:close/>
                <a:moveTo>
                  <a:pt x="1976549" y="1368080"/>
                </a:moveTo>
                <a:lnTo>
                  <a:pt x="1976549" y="1215962"/>
                </a:lnTo>
                <a:lnTo>
                  <a:pt x="2128666" y="1215962"/>
                </a:lnTo>
                <a:lnTo>
                  <a:pt x="2128666" y="1520197"/>
                </a:lnTo>
                <a:lnTo>
                  <a:pt x="1976549" y="1520197"/>
                </a:lnTo>
                <a:lnTo>
                  <a:pt x="1976549" y="1672314"/>
                </a:lnTo>
                <a:lnTo>
                  <a:pt x="1824432" y="1672314"/>
                </a:lnTo>
                <a:lnTo>
                  <a:pt x="1824432" y="1368080"/>
                </a:lnTo>
                <a:lnTo>
                  <a:pt x="1976549" y="1368080"/>
                </a:lnTo>
                <a:close/>
                <a:moveTo>
                  <a:pt x="1672314" y="1824432"/>
                </a:moveTo>
                <a:lnTo>
                  <a:pt x="1672314" y="1672314"/>
                </a:lnTo>
                <a:lnTo>
                  <a:pt x="1824432" y="1672314"/>
                </a:lnTo>
                <a:lnTo>
                  <a:pt x="1824432" y="1824432"/>
                </a:lnTo>
                <a:lnTo>
                  <a:pt x="1672314" y="1824432"/>
                </a:lnTo>
                <a:close/>
              </a:path>
            </a:pathLst>
          </a:custGeom>
          <a:solidFill>
            <a:srgbClr val="DEF2F9"/>
          </a:solidFill>
          <a:ln w="1186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D277811-A016-6EBE-6F36-C2E6B6DD47D5}"/>
              </a:ext>
            </a:extLst>
          </p:cNvPr>
          <p:cNvSpPr/>
          <p:nvPr/>
        </p:nvSpPr>
        <p:spPr>
          <a:xfrm>
            <a:off x="393538" y="462989"/>
            <a:ext cx="4021146" cy="2500131"/>
          </a:xfrm>
          <a:prstGeom prst="roundRect">
            <a:avLst>
              <a:gd name="adj" fmla="val 5093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0B5A3C-4CF4-ADD8-B362-98B11C3780BB}"/>
              </a:ext>
            </a:extLst>
          </p:cNvPr>
          <p:cNvSpPr txBox="1"/>
          <p:nvPr/>
        </p:nvSpPr>
        <p:spPr>
          <a:xfrm>
            <a:off x="222406" y="509285"/>
            <a:ext cx="509090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Create table scans with fields: </a:t>
            </a:r>
          </a:p>
          <a:p>
            <a:pPr lvl="1"/>
            <a:r>
              <a:rPr lang="en-IN" sz="2000" i="1" dirty="0"/>
              <a:t>id (Primary Key) </a:t>
            </a:r>
          </a:p>
          <a:p>
            <a:pPr lvl="1"/>
            <a:r>
              <a:rPr lang="en-IN" sz="2000" i="1" dirty="0" err="1"/>
              <a:t>qr_id</a:t>
            </a:r>
            <a:r>
              <a:rPr lang="en-IN" sz="2000" i="1" dirty="0"/>
              <a:t> </a:t>
            </a:r>
          </a:p>
          <a:p>
            <a:pPr lvl="1"/>
            <a:r>
              <a:rPr lang="en-IN" sz="2000" i="1" dirty="0"/>
              <a:t>user </a:t>
            </a:r>
          </a:p>
          <a:p>
            <a:pPr lvl="1"/>
            <a:r>
              <a:rPr lang="en-IN" sz="2000" i="1" dirty="0"/>
              <a:t>timestamp </a:t>
            </a:r>
          </a:p>
          <a:p>
            <a:pPr lvl="1"/>
            <a:r>
              <a:rPr lang="en-IN" sz="2000" i="1" dirty="0"/>
              <a:t>status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75E3A1-2090-1959-6DF4-46E7514DA6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659" y="3510242"/>
            <a:ext cx="5836341" cy="32627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6D405C-4DFE-9FD7-C1D4-0E5D7B14BF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303"/>
          <a:stretch>
            <a:fillRect/>
          </a:stretch>
        </p:blipFill>
        <p:spPr>
          <a:xfrm>
            <a:off x="8692451" y="864367"/>
            <a:ext cx="2781794" cy="215227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2063DF-B0D6-B4C8-D063-6856778B9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240801"/>
              </p:ext>
            </p:extLst>
          </p:nvPr>
        </p:nvGraphicFramePr>
        <p:xfrm>
          <a:off x="3991897" y="557503"/>
          <a:ext cx="4316361" cy="2496955"/>
        </p:xfrm>
        <a:graphic>
          <a:graphicData uri="http://schemas.openxmlformats.org/drawingml/2006/table">
            <a:tbl>
              <a:tblPr firstRow="1" firstCol="1" bandRow="1">
                <a:tableStyleId>{5A111915-BE36-4E01-A7E5-04B1672EAD32}</a:tableStyleId>
              </a:tblPr>
              <a:tblGrid>
                <a:gridCol w="1438787">
                  <a:extLst>
                    <a:ext uri="{9D8B030D-6E8A-4147-A177-3AD203B41FA5}">
                      <a16:colId xmlns:a16="http://schemas.microsoft.com/office/drawing/2014/main" val="1228251739"/>
                    </a:ext>
                  </a:extLst>
                </a:gridCol>
                <a:gridCol w="1438787">
                  <a:extLst>
                    <a:ext uri="{9D8B030D-6E8A-4147-A177-3AD203B41FA5}">
                      <a16:colId xmlns:a16="http://schemas.microsoft.com/office/drawing/2014/main" val="4283441755"/>
                    </a:ext>
                  </a:extLst>
                </a:gridCol>
                <a:gridCol w="1438787">
                  <a:extLst>
                    <a:ext uri="{9D8B030D-6E8A-4147-A177-3AD203B41FA5}">
                      <a16:colId xmlns:a16="http://schemas.microsoft.com/office/drawing/2014/main" val="219136392"/>
                    </a:ext>
                  </a:extLst>
                </a:gridCol>
              </a:tblGrid>
              <a:tr h="2280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kern="100" dirty="0">
                          <a:effectLst/>
                        </a:rPr>
                        <a:t>Name</a:t>
                      </a:r>
                      <a:endParaRPr lang="en-IN" sz="11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kern="100" dirty="0">
                          <a:effectLst/>
                        </a:rPr>
                        <a:t>Type</a:t>
                      </a:r>
                      <a:endParaRPr lang="en-IN" sz="11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kern="100" dirty="0">
                          <a:effectLst/>
                        </a:rPr>
                        <a:t>Extra</a:t>
                      </a:r>
                      <a:endParaRPr lang="en-IN" sz="11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2278867"/>
                  </a:ext>
                </a:extLst>
              </a:tr>
              <a:tr h="8753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kern="100" dirty="0">
                          <a:effectLst/>
                        </a:rPr>
                        <a:t>id</a:t>
                      </a:r>
                      <a:endParaRPr lang="en-IN" sz="11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kern="100" dirty="0">
                          <a:effectLst/>
                        </a:rPr>
                        <a:t>INT</a:t>
                      </a:r>
                      <a:endParaRPr lang="en-IN" sz="11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kern="100" dirty="0">
                          <a:effectLst/>
                        </a:rPr>
                        <a:t>Index (PRIMARY) + AUTO_INCREMENT (A_I)</a:t>
                      </a:r>
                      <a:endParaRPr lang="en-IN" sz="11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9339186"/>
                  </a:ext>
                </a:extLst>
              </a:tr>
              <a:tr h="2347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kern="100" dirty="0" err="1">
                          <a:effectLst/>
                        </a:rPr>
                        <a:t>qr_id</a:t>
                      </a:r>
                      <a:endParaRPr lang="en-IN" sz="11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kern="100" dirty="0">
                          <a:effectLst/>
                        </a:rPr>
                        <a:t>VARCHAR(100)</a:t>
                      </a:r>
                      <a:endParaRPr lang="en-IN" sz="11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b="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7957493"/>
                  </a:ext>
                </a:extLst>
              </a:tr>
              <a:tr h="2326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kern="100" dirty="0">
                          <a:effectLst/>
                        </a:rPr>
                        <a:t>user</a:t>
                      </a:r>
                      <a:endParaRPr lang="en-IN" sz="11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kern="100" dirty="0">
                          <a:effectLst/>
                        </a:rPr>
                        <a:t>VARCHAR(50)</a:t>
                      </a:r>
                      <a:endParaRPr lang="en-IN" sz="11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b="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7040506"/>
                  </a:ext>
                </a:extLst>
              </a:tr>
              <a:tr h="6568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kern="100" dirty="0">
                          <a:effectLst/>
                        </a:rPr>
                        <a:t>timestamp</a:t>
                      </a:r>
                      <a:endParaRPr lang="en-IN" sz="11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kern="100" dirty="0">
                          <a:effectLst/>
                        </a:rPr>
                        <a:t>TIMESTAMP</a:t>
                      </a:r>
                      <a:endParaRPr lang="en-IN" sz="11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kern="100" dirty="0">
                          <a:effectLst/>
                        </a:rPr>
                        <a:t>Default (CURRENT_TIMESTAMP)</a:t>
                      </a:r>
                      <a:endParaRPr lang="en-IN" sz="11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5696263"/>
                  </a:ext>
                </a:extLst>
              </a:tr>
              <a:tr h="2136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kern="100" dirty="0">
                          <a:effectLst/>
                        </a:rPr>
                        <a:t>status</a:t>
                      </a:r>
                      <a:endParaRPr lang="en-IN" sz="11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kern="100" dirty="0">
                          <a:effectLst/>
                        </a:rPr>
                        <a:t>VARCHAR(20)</a:t>
                      </a:r>
                      <a:endParaRPr lang="en-IN" sz="11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b="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5372589"/>
                  </a:ext>
                </a:extLst>
              </a:tr>
            </a:tbl>
          </a:graphicData>
        </a:graphic>
      </p:graphicFrame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1CE69767-717A-394F-0458-2144F5532B05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11474245" y="1940502"/>
            <a:ext cx="521110" cy="1569615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D44787AF-3CDB-F546-7EC4-C2C4181DF922}"/>
              </a:ext>
            </a:extLst>
          </p:cNvPr>
          <p:cNvSpPr/>
          <p:nvPr/>
        </p:nvSpPr>
        <p:spPr>
          <a:xfrm>
            <a:off x="0" y="0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FFCD6414-8E98-D74F-9FAA-21B2AA275AF6}"/>
              </a:ext>
            </a:extLst>
          </p:cNvPr>
          <p:cNvSpPr/>
          <p:nvPr/>
        </p:nvSpPr>
        <p:spPr>
          <a:xfrm>
            <a:off x="0" y="6762509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B45142-9C82-BFBF-DE2E-0C21F358BF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" y="3824748"/>
            <a:ext cx="5004619" cy="2831691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80F040-6B11-2B8F-65EA-E6077AC4D144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5152103" y="5141597"/>
            <a:ext cx="1203556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881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17C94C0-BD9A-26B0-AAE6-406F099AF6EB}"/>
              </a:ext>
            </a:extLst>
          </p:cNvPr>
          <p:cNvSpPr/>
          <p:nvPr/>
        </p:nvSpPr>
        <p:spPr>
          <a:xfrm>
            <a:off x="639098" y="2556388"/>
            <a:ext cx="3982064" cy="32741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38DFAD-C0AA-80DA-472A-5A8E28903903}"/>
              </a:ext>
            </a:extLst>
          </p:cNvPr>
          <p:cNvSpPr txBox="1"/>
          <p:nvPr/>
        </p:nvSpPr>
        <p:spPr>
          <a:xfrm>
            <a:off x="609599" y="889020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3. Develop </a:t>
            </a:r>
            <a:r>
              <a:rPr lang="en-IN" sz="2000" b="1" dirty="0" err="1"/>
              <a:t>index.php</a:t>
            </a:r>
            <a:r>
              <a:rPr lang="en-IN" sz="2000" b="1" dirty="0"/>
              <a:t> interface :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Frontend(HTML)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Backend(PHP)</a:t>
            </a:r>
          </a:p>
        </p:txBody>
      </p:sp>
      <p:sp>
        <p:nvSpPr>
          <p:cNvPr id="2" name="Graphic 8" descr="QR Code">
            <a:extLst>
              <a:ext uri="{FF2B5EF4-FFF2-40B4-BE49-F238E27FC236}">
                <a16:creationId xmlns:a16="http://schemas.microsoft.com/office/drawing/2014/main" id="{81ED4F54-D1C9-2339-1506-ECA3783A5725}"/>
              </a:ext>
            </a:extLst>
          </p:cNvPr>
          <p:cNvSpPr/>
          <p:nvPr/>
        </p:nvSpPr>
        <p:spPr>
          <a:xfrm>
            <a:off x="9222658" y="3913239"/>
            <a:ext cx="2969342" cy="2944760"/>
          </a:xfrm>
          <a:custGeom>
            <a:avLst/>
            <a:gdLst>
              <a:gd name="csX0" fmla="*/ 303259 w 2129642"/>
              <a:gd name="csY0" fmla="*/ 607493 h 2129642"/>
              <a:gd name="csX1" fmla="*/ 303259 w 2129642"/>
              <a:gd name="csY1" fmla="*/ 303259 h 2129642"/>
              <a:gd name="csX2" fmla="*/ 607493 w 2129642"/>
              <a:gd name="csY2" fmla="*/ 303259 h 2129642"/>
              <a:gd name="csX3" fmla="*/ 607493 w 2129642"/>
              <a:gd name="csY3" fmla="*/ 607493 h 2129642"/>
              <a:gd name="csX4" fmla="*/ 303259 w 2129642"/>
              <a:gd name="csY4" fmla="*/ 607493 h 2129642"/>
              <a:gd name="csX5" fmla="*/ -976 w 2129642"/>
              <a:gd name="csY5" fmla="*/ 911728 h 2129642"/>
              <a:gd name="csX6" fmla="*/ -976 w 2129642"/>
              <a:gd name="csY6" fmla="*/ -976 h 2129642"/>
              <a:gd name="csX7" fmla="*/ 911728 w 2129642"/>
              <a:gd name="csY7" fmla="*/ -976 h 2129642"/>
              <a:gd name="csX8" fmla="*/ 911728 w 2129642"/>
              <a:gd name="csY8" fmla="*/ 911728 h 2129642"/>
              <a:gd name="csX9" fmla="*/ -976 w 2129642"/>
              <a:gd name="csY9" fmla="*/ 911728 h 2129642"/>
              <a:gd name="csX10" fmla="*/ 151141 w 2129642"/>
              <a:gd name="csY10" fmla="*/ 151141 h 2129642"/>
              <a:gd name="csX11" fmla="*/ 151141 w 2129642"/>
              <a:gd name="csY11" fmla="*/ 759610 h 2129642"/>
              <a:gd name="csX12" fmla="*/ 759610 w 2129642"/>
              <a:gd name="csY12" fmla="*/ 759610 h 2129642"/>
              <a:gd name="csX13" fmla="*/ 759610 w 2129642"/>
              <a:gd name="csY13" fmla="*/ 151141 h 2129642"/>
              <a:gd name="csX14" fmla="*/ 151141 w 2129642"/>
              <a:gd name="csY14" fmla="*/ 151141 h 2129642"/>
              <a:gd name="csX15" fmla="*/ 303259 w 2129642"/>
              <a:gd name="csY15" fmla="*/ 1824432 h 2129642"/>
              <a:gd name="csX16" fmla="*/ 303259 w 2129642"/>
              <a:gd name="csY16" fmla="*/ 1520197 h 2129642"/>
              <a:gd name="csX17" fmla="*/ 607493 w 2129642"/>
              <a:gd name="csY17" fmla="*/ 1520197 h 2129642"/>
              <a:gd name="csX18" fmla="*/ 607493 w 2129642"/>
              <a:gd name="csY18" fmla="*/ 1824432 h 2129642"/>
              <a:gd name="csX19" fmla="*/ 303259 w 2129642"/>
              <a:gd name="csY19" fmla="*/ 1824432 h 2129642"/>
              <a:gd name="csX20" fmla="*/ -976 w 2129642"/>
              <a:gd name="csY20" fmla="*/ 2128666 h 2129642"/>
              <a:gd name="csX21" fmla="*/ -976 w 2129642"/>
              <a:gd name="csY21" fmla="*/ 1215962 h 2129642"/>
              <a:gd name="csX22" fmla="*/ 911728 w 2129642"/>
              <a:gd name="csY22" fmla="*/ 1215962 h 2129642"/>
              <a:gd name="csX23" fmla="*/ 911728 w 2129642"/>
              <a:gd name="csY23" fmla="*/ 2128666 h 2129642"/>
              <a:gd name="csX24" fmla="*/ -976 w 2129642"/>
              <a:gd name="csY24" fmla="*/ 2128666 h 2129642"/>
              <a:gd name="csX25" fmla="*/ 151141 w 2129642"/>
              <a:gd name="csY25" fmla="*/ 1368080 h 2129642"/>
              <a:gd name="csX26" fmla="*/ 151141 w 2129642"/>
              <a:gd name="csY26" fmla="*/ 1976549 h 2129642"/>
              <a:gd name="csX27" fmla="*/ 759610 w 2129642"/>
              <a:gd name="csY27" fmla="*/ 1976549 h 2129642"/>
              <a:gd name="csX28" fmla="*/ 759610 w 2129642"/>
              <a:gd name="csY28" fmla="*/ 1368080 h 2129642"/>
              <a:gd name="csX29" fmla="*/ 151141 w 2129642"/>
              <a:gd name="csY29" fmla="*/ 1368080 h 2129642"/>
              <a:gd name="csX30" fmla="*/ 1824432 w 2129642"/>
              <a:gd name="csY30" fmla="*/ 303259 h 2129642"/>
              <a:gd name="csX31" fmla="*/ 1824432 w 2129642"/>
              <a:gd name="csY31" fmla="*/ 607493 h 2129642"/>
              <a:gd name="csX32" fmla="*/ 1520197 w 2129642"/>
              <a:gd name="csY32" fmla="*/ 607493 h 2129642"/>
              <a:gd name="csX33" fmla="*/ 1520197 w 2129642"/>
              <a:gd name="csY33" fmla="*/ 303259 h 2129642"/>
              <a:gd name="csX34" fmla="*/ 1824432 w 2129642"/>
              <a:gd name="csY34" fmla="*/ 303259 h 2129642"/>
              <a:gd name="csX35" fmla="*/ 1215962 w 2129642"/>
              <a:gd name="csY35" fmla="*/ -976 h 2129642"/>
              <a:gd name="csX36" fmla="*/ 2128666 w 2129642"/>
              <a:gd name="csY36" fmla="*/ -976 h 2129642"/>
              <a:gd name="csX37" fmla="*/ 2128666 w 2129642"/>
              <a:gd name="csY37" fmla="*/ 911728 h 2129642"/>
              <a:gd name="csX38" fmla="*/ 1215962 w 2129642"/>
              <a:gd name="csY38" fmla="*/ 911728 h 2129642"/>
              <a:gd name="csX39" fmla="*/ 1215962 w 2129642"/>
              <a:gd name="csY39" fmla="*/ -976 h 2129642"/>
              <a:gd name="csX40" fmla="*/ 1976549 w 2129642"/>
              <a:gd name="csY40" fmla="*/ 759610 h 2129642"/>
              <a:gd name="csX41" fmla="*/ 1976549 w 2129642"/>
              <a:gd name="csY41" fmla="*/ 151141 h 2129642"/>
              <a:gd name="csX42" fmla="*/ 1368080 w 2129642"/>
              <a:gd name="csY42" fmla="*/ 151141 h 2129642"/>
              <a:gd name="csX43" fmla="*/ 1368080 w 2129642"/>
              <a:gd name="csY43" fmla="*/ 759610 h 2129642"/>
              <a:gd name="csX44" fmla="*/ 1976549 w 2129642"/>
              <a:gd name="csY44" fmla="*/ 759610 h 2129642"/>
              <a:gd name="csX45" fmla="*/ 1215962 w 2129642"/>
              <a:gd name="csY45" fmla="*/ 1672314 h 2129642"/>
              <a:gd name="csX46" fmla="*/ 1368080 w 2129642"/>
              <a:gd name="csY46" fmla="*/ 1672314 h 2129642"/>
              <a:gd name="csX47" fmla="*/ 1368080 w 2129642"/>
              <a:gd name="csY47" fmla="*/ 1824432 h 2129642"/>
              <a:gd name="csX48" fmla="*/ 1215962 w 2129642"/>
              <a:gd name="csY48" fmla="*/ 1824432 h 2129642"/>
              <a:gd name="csX49" fmla="*/ 1215962 w 2129642"/>
              <a:gd name="csY49" fmla="*/ 1672314 h 2129642"/>
              <a:gd name="csX50" fmla="*/ 1520197 w 2129642"/>
              <a:gd name="csY50" fmla="*/ 1368080 h 2129642"/>
              <a:gd name="csX51" fmla="*/ 1368080 w 2129642"/>
              <a:gd name="csY51" fmla="*/ 1368080 h 2129642"/>
              <a:gd name="csX52" fmla="*/ 1368080 w 2129642"/>
              <a:gd name="csY52" fmla="*/ 1520197 h 2129642"/>
              <a:gd name="csX53" fmla="*/ 1215962 w 2129642"/>
              <a:gd name="csY53" fmla="*/ 1520197 h 2129642"/>
              <a:gd name="csX54" fmla="*/ 1215962 w 2129642"/>
              <a:gd name="csY54" fmla="*/ 1215962 h 2129642"/>
              <a:gd name="csX55" fmla="*/ 1520197 w 2129642"/>
              <a:gd name="csY55" fmla="*/ 1215962 h 2129642"/>
              <a:gd name="csX56" fmla="*/ 1520197 w 2129642"/>
              <a:gd name="csY56" fmla="*/ 1368080 h 2129642"/>
              <a:gd name="csX57" fmla="*/ 1824432 w 2129642"/>
              <a:gd name="csY57" fmla="*/ 1215962 h 2129642"/>
              <a:gd name="csX58" fmla="*/ 1824432 w 2129642"/>
              <a:gd name="csY58" fmla="*/ 1368080 h 2129642"/>
              <a:gd name="csX59" fmla="*/ 1672314 w 2129642"/>
              <a:gd name="csY59" fmla="*/ 1368080 h 2129642"/>
              <a:gd name="csX60" fmla="*/ 1672314 w 2129642"/>
              <a:gd name="csY60" fmla="*/ 1215962 h 2129642"/>
              <a:gd name="csX61" fmla="*/ 1824432 w 2129642"/>
              <a:gd name="csY61" fmla="*/ 1215962 h 2129642"/>
              <a:gd name="csX62" fmla="*/ 1672314 w 2129642"/>
              <a:gd name="csY62" fmla="*/ 1368080 h 2129642"/>
              <a:gd name="csX63" fmla="*/ 1672314 w 2129642"/>
              <a:gd name="csY63" fmla="*/ 1672314 h 2129642"/>
              <a:gd name="csX64" fmla="*/ 1368080 w 2129642"/>
              <a:gd name="csY64" fmla="*/ 1672314 h 2129642"/>
              <a:gd name="csX65" fmla="*/ 1368080 w 2129642"/>
              <a:gd name="csY65" fmla="*/ 1520197 h 2129642"/>
              <a:gd name="csX66" fmla="*/ 1520197 w 2129642"/>
              <a:gd name="csY66" fmla="*/ 1520197 h 2129642"/>
              <a:gd name="csX67" fmla="*/ 1520197 w 2129642"/>
              <a:gd name="csY67" fmla="*/ 1368080 h 2129642"/>
              <a:gd name="csX68" fmla="*/ 1672314 w 2129642"/>
              <a:gd name="csY68" fmla="*/ 1368080 h 2129642"/>
              <a:gd name="csX69" fmla="*/ 1368080 w 2129642"/>
              <a:gd name="csY69" fmla="*/ 1824432 h 2129642"/>
              <a:gd name="csX70" fmla="*/ 1672314 w 2129642"/>
              <a:gd name="csY70" fmla="*/ 1824432 h 2129642"/>
              <a:gd name="csX71" fmla="*/ 1672314 w 2129642"/>
              <a:gd name="csY71" fmla="*/ 1976549 h 2129642"/>
              <a:gd name="csX72" fmla="*/ 1520197 w 2129642"/>
              <a:gd name="csY72" fmla="*/ 1976549 h 2129642"/>
              <a:gd name="csX73" fmla="*/ 1520197 w 2129642"/>
              <a:gd name="csY73" fmla="*/ 2128666 h 2129642"/>
              <a:gd name="csX74" fmla="*/ 1215962 w 2129642"/>
              <a:gd name="csY74" fmla="*/ 2128666 h 2129642"/>
              <a:gd name="csX75" fmla="*/ 1215962 w 2129642"/>
              <a:gd name="csY75" fmla="*/ 1976549 h 2129642"/>
              <a:gd name="csX76" fmla="*/ 1368080 w 2129642"/>
              <a:gd name="csY76" fmla="*/ 1976549 h 2129642"/>
              <a:gd name="csX77" fmla="*/ 1368080 w 2129642"/>
              <a:gd name="csY77" fmla="*/ 1824432 h 2129642"/>
              <a:gd name="csX78" fmla="*/ 1672314 w 2129642"/>
              <a:gd name="csY78" fmla="*/ 2128666 h 2129642"/>
              <a:gd name="csX79" fmla="*/ 1672314 w 2129642"/>
              <a:gd name="csY79" fmla="*/ 1976549 h 2129642"/>
              <a:gd name="csX80" fmla="*/ 1976549 w 2129642"/>
              <a:gd name="csY80" fmla="*/ 1976549 h 2129642"/>
              <a:gd name="csX81" fmla="*/ 1976549 w 2129642"/>
              <a:gd name="csY81" fmla="*/ 2128666 h 2129642"/>
              <a:gd name="csX82" fmla="*/ 1672314 w 2129642"/>
              <a:gd name="csY82" fmla="*/ 2128666 h 2129642"/>
              <a:gd name="csX83" fmla="*/ 2128666 w 2129642"/>
              <a:gd name="csY83" fmla="*/ 1976549 h 2129642"/>
              <a:gd name="csX84" fmla="*/ 1976549 w 2129642"/>
              <a:gd name="csY84" fmla="*/ 1976549 h 2129642"/>
              <a:gd name="csX85" fmla="*/ 1976549 w 2129642"/>
              <a:gd name="csY85" fmla="*/ 1672314 h 2129642"/>
              <a:gd name="csX86" fmla="*/ 2128666 w 2129642"/>
              <a:gd name="csY86" fmla="*/ 1672314 h 2129642"/>
              <a:gd name="csX87" fmla="*/ 2128666 w 2129642"/>
              <a:gd name="csY87" fmla="*/ 1976549 h 2129642"/>
              <a:gd name="csX88" fmla="*/ 1976549 w 2129642"/>
              <a:gd name="csY88" fmla="*/ 1368080 h 2129642"/>
              <a:gd name="csX89" fmla="*/ 1976549 w 2129642"/>
              <a:gd name="csY89" fmla="*/ 1215962 h 2129642"/>
              <a:gd name="csX90" fmla="*/ 2128666 w 2129642"/>
              <a:gd name="csY90" fmla="*/ 1215962 h 2129642"/>
              <a:gd name="csX91" fmla="*/ 2128666 w 2129642"/>
              <a:gd name="csY91" fmla="*/ 1520197 h 2129642"/>
              <a:gd name="csX92" fmla="*/ 1976549 w 2129642"/>
              <a:gd name="csY92" fmla="*/ 1520197 h 2129642"/>
              <a:gd name="csX93" fmla="*/ 1976549 w 2129642"/>
              <a:gd name="csY93" fmla="*/ 1672314 h 2129642"/>
              <a:gd name="csX94" fmla="*/ 1824432 w 2129642"/>
              <a:gd name="csY94" fmla="*/ 1672314 h 2129642"/>
              <a:gd name="csX95" fmla="*/ 1824432 w 2129642"/>
              <a:gd name="csY95" fmla="*/ 1368080 h 2129642"/>
              <a:gd name="csX96" fmla="*/ 1976549 w 2129642"/>
              <a:gd name="csY96" fmla="*/ 1368080 h 2129642"/>
              <a:gd name="csX97" fmla="*/ 1672314 w 2129642"/>
              <a:gd name="csY97" fmla="*/ 1824432 h 2129642"/>
              <a:gd name="csX98" fmla="*/ 1672314 w 2129642"/>
              <a:gd name="csY98" fmla="*/ 1672314 h 2129642"/>
              <a:gd name="csX99" fmla="*/ 1824432 w 2129642"/>
              <a:gd name="csY99" fmla="*/ 1672314 h 2129642"/>
              <a:gd name="csX100" fmla="*/ 1824432 w 2129642"/>
              <a:gd name="csY100" fmla="*/ 1824432 h 2129642"/>
              <a:gd name="csX101" fmla="*/ 1672314 w 2129642"/>
              <a:gd name="csY101" fmla="*/ 1824432 h 21296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</a:cxnLst>
            <a:rect l="l" t="t" r="r" b="b"/>
            <a:pathLst>
              <a:path w="2129642" h="2129642">
                <a:moveTo>
                  <a:pt x="303259" y="607493"/>
                </a:moveTo>
                <a:lnTo>
                  <a:pt x="303259" y="303259"/>
                </a:lnTo>
                <a:lnTo>
                  <a:pt x="607493" y="303259"/>
                </a:lnTo>
                <a:lnTo>
                  <a:pt x="607493" y="607493"/>
                </a:lnTo>
                <a:lnTo>
                  <a:pt x="303259" y="607493"/>
                </a:lnTo>
                <a:close/>
                <a:moveTo>
                  <a:pt x="-976" y="911728"/>
                </a:moveTo>
                <a:lnTo>
                  <a:pt x="-976" y="-976"/>
                </a:lnTo>
                <a:lnTo>
                  <a:pt x="911728" y="-976"/>
                </a:lnTo>
                <a:lnTo>
                  <a:pt x="911728" y="911728"/>
                </a:lnTo>
                <a:lnTo>
                  <a:pt x="-976" y="911728"/>
                </a:lnTo>
                <a:close/>
                <a:moveTo>
                  <a:pt x="151141" y="151141"/>
                </a:moveTo>
                <a:lnTo>
                  <a:pt x="151141" y="759610"/>
                </a:lnTo>
                <a:lnTo>
                  <a:pt x="759610" y="759610"/>
                </a:lnTo>
                <a:lnTo>
                  <a:pt x="759610" y="151141"/>
                </a:lnTo>
                <a:lnTo>
                  <a:pt x="151141" y="151141"/>
                </a:lnTo>
                <a:close/>
                <a:moveTo>
                  <a:pt x="303259" y="1824432"/>
                </a:moveTo>
                <a:lnTo>
                  <a:pt x="303259" y="1520197"/>
                </a:lnTo>
                <a:lnTo>
                  <a:pt x="607493" y="1520197"/>
                </a:lnTo>
                <a:lnTo>
                  <a:pt x="607493" y="1824432"/>
                </a:lnTo>
                <a:lnTo>
                  <a:pt x="303259" y="1824432"/>
                </a:lnTo>
                <a:close/>
                <a:moveTo>
                  <a:pt x="-976" y="2128666"/>
                </a:moveTo>
                <a:lnTo>
                  <a:pt x="-976" y="1215962"/>
                </a:lnTo>
                <a:lnTo>
                  <a:pt x="911728" y="1215962"/>
                </a:lnTo>
                <a:lnTo>
                  <a:pt x="911728" y="2128666"/>
                </a:lnTo>
                <a:lnTo>
                  <a:pt x="-976" y="2128666"/>
                </a:lnTo>
                <a:close/>
                <a:moveTo>
                  <a:pt x="151141" y="1368080"/>
                </a:moveTo>
                <a:lnTo>
                  <a:pt x="151141" y="1976549"/>
                </a:lnTo>
                <a:lnTo>
                  <a:pt x="759610" y="1976549"/>
                </a:lnTo>
                <a:lnTo>
                  <a:pt x="759610" y="1368080"/>
                </a:lnTo>
                <a:lnTo>
                  <a:pt x="151141" y="1368080"/>
                </a:lnTo>
                <a:close/>
                <a:moveTo>
                  <a:pt x="1824432" y="303259"/>
                </a:moveTo>
                <a:lnTo>
                  <a:pt x="1824432" y="607493"/>
                </a:lnTo>
                <a:lnTo>
                  <a:pt x="1520197" y="607493"/>
                </a:lnTo>
                <a:lnTo>
                  <a:pt x="1520197" y="303259"/>
                </a:lnTo>
                <a:lnTo>
                  <a:pt x="1824432" y="303259"/>
                </a:lnTo>
                <a:close/>
                <a:moveTo>
                  <a:pt x="1215962" y="-976"/>
                </a:moveTo>
                <a:lnTo>
                  <a:pt x="2128666" y="-976"/>
                </a:lnTo>
                <a:lnTo>
                  <a:pt x="2128666" y="911728"/>
                </a:lnTo>
                <a:lnTo>
                  <a:pt x="1215962" y="911728"/>
                </a:lnTo>
                <a:lnTo>
                  <a:pt x="1215962" y="-976"/>
                </a:lnTo>
                <a:close/>
                <a:moveTo>
                  <a:pt x="1976549" y="759610"/>
                </a:moveTo>
                <a:lnTo>
                  <a:pt x="1976549" y="151141"/>
                </a:lnTo>
                <a:lnTo>
                  <a:pt x="1368080" y="151141"/>
                </a:lnTo>
                <a:lnTo>
                  <a:pt x="1368080" y="759610"/>
                </a:lnTo>
                <a:lnTo>
                  <a:pt x="1976549" y="759610"/>
                </a:lnTo>
                <a:close/>
                <a:moveTo>
                  <a:pt x="1215962" y="1672314"/>
                </a:moveTo>
                <a:lnTo>
                  <a:pt x="1368080" y="1672314"/>
                </a:lnTo>
                <a:lnTo>
                  <a:pt x="1368080" y="1824432"/>
                </a:lnTo>
                <a:lnTo>
                  <a:pt x="1215962" y="1824432"/>
                </a:lnTo>
                <a:lnTo>
                  <a:pt x="1215962" y="1672314"/>
                </a:lnTo>
                <a:close/>
                <a:moveTo>
                  <a:pt x="1520197" y="1368080"/>
                </a:moveTo>
                <a:lnTo>
                  <a:pt x="1368080" y="1368080"/>
                </a:lnTo>
                <a:lnTo>
                  <a:pt x="1368080" y="1520197"/>
                </a:lnTo>
                <a:lnTo>
                  <a:pt x="1215962" y="1520197"/>
                </a:lnTo>
                <a:lnTo>
                  <a:pt x="1215962" y="1215962"/>
                </a:lnTo>
                <a:lnTo>
                  <a:pt x="1520197" y="1215962"/>
                </a:lnTo>
                <a:lnTo>
                  <a:pt x="1520197" y="1368080"/>
                </a:lnTo>
                <a:close/>
                <a:moveTo>
                  <a:pt x="1824432" y="1215962"/>
                </a:moveTo>
                <a:lnTo>
                  <a:pt x="1824432" y="1368080"/>
                </a:lnTo>
                <a:lnTo>
                  <a:pt x="1672314" y="1368080"/>
                </a:lnTo>
                <a:lnTo>
                  <a:pt x="1672314" y="1215962"/>
                </a:lnTo>
                <a:lnTo>
                  <a:pt x="1824432" y="1215962"/>
                </a:lnTo>
                <a:close/>
                <a:moveTo>
                  <a:pt x="1672314" y="1368080"/>
                </a:moveTo>
                <a:lnTo>
                  <a:pt x="1672314" y="1672314"/>
                </a:lnTo>
                <a:lnTo>
                  <a:pt x="1368080" y="1672314"/>
                </a:lnTo>
                <a:lnTo>
                  <a:pt x="1368080" y="1520197"/>
                </a:lnTo>
                <a:lnTo>
                  <a:pt x="1520197" y="1520197"/>
                </a:lnTo>
                <a:lnTo>
                  <a:pt x="1520197" y="1368080"/>
                </a:lnTo>
                <a:lnTo>
                  <a:pt x="1672314" y="1368080"/>
                </a:lnTo>
                <a:close/>
                <a:moveTo>
                  <a:pt x="1368080" y="1824432"/>
                </a:moveTo>
                <a:lnTo>
                  <a:pt x="1672314" y="1824432"/>
                </a:lnTo>
                <a:lnTo>
                  <a:pt x="1672314" y="1976549"/>
                </a:lnTo>
                <a:lnTo>
                  <a:pt x="1520197" y="1976549"/>
                </a:lnTo>
                <a:lnTo>
                  <a:pt x="1520197" y="2128666"/>
                </a:lnTo>
                <a:lnTo>
                  <a:pt x="1215962" y="2128666"/>
                </a:lnTo>
                <a:lnTo>
                  <a:pt x="1215962" y="1976549"/>
                </a:lnTo>
                <a:lnTo>
                  <a:pt x="1368080" y="1976549"/>
                </a:lnTo>
                <a:lnTo>
                  <a:pt x="1368080" y="1824432"/>
                </a:lnTo>
                <a:close/>
                <a:moveTo>
                  <a:pt x="1672314" y="2128666"/>
                </a:moveTo>
                <a:lnTo>
                  <a:pt x="1672314" y="1976549"/>
                </a:lnTo>
                <a:lnTo>
                  <a:pt x="1976549" y="1976549"/>
                </a:lnTo>
                <a:lnTo>
                  <a:pt x="1976549" y="2128666"/>
                </a:lnTo>
                <a:lnTo>
                  <a:pt x="1672314" y="2128666"/>
                </a:lnTo>
                <a:close/>
                <a:moveTo>
                  <a:pt x="2128666" y="1976549"/>
                </a:moveTo>
                <a:lnTo>
                  <a:pt x="1976549" y="1976549"/>
                </a:lnTo>
                <a:lnTo>
                  <a:pt x="1976549" y="1672314"/>
                </a:lnTo>
                <a:lnTo>
                  <a:pt x="2128666" y="1672314"/>
                </a:lnTo>
                <a:lnTo>
                  <a:pt x="2128666" y="1976549"/>
                </a:lnTo>
                <a:close/>
                <a:moveTo>
                  <a:pt x="1976549" y="1368080"/>
                </a:moveTo>
                <a:lnTo>
                  <a:pt x="1976549" y="1215962"/>
                </a:lnTo>
                <a:lnTo>
                  <a:pt x="2128666" y="1215962"/>
                </a:lnTo>
                <a:lnTo>
                  <a:pt x="2128666" y="1520197"/>
                </a:lnTo>
                <a:lnTo>
                  <a:pt x="1976549" y="1520197"/>
                </a:lnTo>
                <a:lnTo>
                  <a:pt x="1976549" y="1672314"/>
                </a:lnTo>
                <a:lnTo>
                  <a:pt x="1824432" y="1672314"/>
                </a:lnTo>
                <a:lnTo>
                  <a:pt x="1824432" y="1368080"/>
                </a:lnTo>
                <a:lnTo>
                  <a:pt x="1976549" y="1368080"/>
                </a:lnTo>
                <a:close/>
                <a:moveTo>
                  <a:pt x="1672314" y="1824432"/>
                </a:moveTo>
                <a:lnTo>
                  <a:pt x="1672314" y="1672314"/>
                </a:lnTo>
                <a:lnTo>
                  <a:pt x="1824432" y="1672314"/>
                </a:lnTo>
                <a:lnTo>
                  <a:pt x="1824432" y="1824432"/>
                </a:lnTo>
                <a:lnTo>
                  <a:pt x="1672314" y="1824432"/>
                </a:lnTo>
                <a:close/>
              </a:path>
            </a:pathLst>
          </a:custGeom>
          <a:solidFill>
            <a:srgbClr val="DEF2F9"/>
          </a:solidFill>
          <a:ln w="1186" cap="flat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8999C8-76E4-F8CD-02D2-2DFF59D754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7" r="257" b="34940"/>
          <a:stretch>
            <a:fillRect/>
          </a:stretch>
        </p:blipFill>
        <p:spPr>
          <a:xfrm>
            <a:off x="715184" y="2620885"/>
            <a:ext cx="3820058" cy="311132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120C88-12FE-8EB9-C4A8-DDF0D69A81EA}"/>
              </a:ext>
            </a:extLst>
          </p:cNvPr>
          <p:cNvCxnSpPr>
            <a:cxnSpLocks/>
          </p:cNvCxnSpPr>
          <p:nvPr/>
        </p:nvCxnSpPr>
        <p:spPr>
          <a:xfrm>
            <a:off x="1632155" y="4021394"/>
            <a:ext cx="131752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AD5A7BE-0AB6-D144-E114-6D09759295B6}"/>
              </a:ext>
            </a:extLst>
          </p:cNvPr>
          <p:cNvGrpSpPr/>
          <p:nvPr/>
        </p:nvGrpSpPr>
        <p:grpSpPr>
          <a:xfrm>
            <a:off x="6243484" y="589936"/>
            <a:ext cx="2989006" cy="5751871"/>
            <a:chOff x="6302477" y="0"/>
            <a:chExt cx="2831691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6E2F685-87CF-4CDD-13D1-1473E6B31AD1}"/>
                </a:ext>
              </a:extLst>
            </p:cNvPr>
            <p:cNvSpPr/>
            <p:nvPr/>
          </p:nvSpPr>
          <p:spPr>
            <a:xfrm>
              <a:off x="6302477" y="0"/>
              <a:ext cx="2831691" cy="6858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3C59DCC-B2BD-19A9-FE8A-7DDCDB844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8118" y="88490"/>
              <a:ext cx="2677559" cy="6695767"/>
            </a:xfrm>
            <a:prstGeom prst="rect">
              <a:avLst/>
            </a:prstGeom>
          </p:spPr>
        </p:pic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97AE0D4-39C8-D13A-71D7-347733FE3066}"/>
              </a:ext>
            </a:extLst>
          </p:cNvPr>
          <p:cNvCxnSpPr>
            <a:cxnSpLocks/>
          </p:cNvCxnSpPr>
          <p:nvPr/>
        </p:nvCxnSpPr>
        <p:spPr>
          <a:xfrm>
            <a:off x="4630994" y="4050890"/>
            <a:ext cx="1622323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5509927-D9F5-F458-4AB9-FEC117F5C9D0}"/>
              </a:ext>
            </a:extLst>
          </p:cNvPr>
          <p:cNvCxnSpPr/>
          <p:nvPr/>
        </p:nvCxnSpPr>
        <p:spPr>
          <a:xfrm>
            <a:off x="7079226" y="3234813"/>
            <a:ext cx="38345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E9839A-40FA-7B6F-E7CC-4F1D26013AED}"/>
              </a:ext>
            </a:extLst>
          </p:cNvPr>
          <p:cNvCxnSpPr/>
          <p:nvPr/>
        </p:nvCxnSpPr>
        <p:spPr>
          <a:xfrm>
            <a:off x="7290620" y="4960374"/>
            <a:ext cx="38345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A2450D-D8BD-48A1-DC83-944501A5C41F}"/>
              </a:ext>
            </a:extLst>
          </p:cNvPr>
          <p:cNvCxnSpPr>
            <a:cxnSpLocks/>
          </p:cNvCxnSpPr>
          <p:nvPr/>
        </p:nvCxnSpPr>
        <p:spPr>
          <a:xfrm>
            <a:off x="7590503" y="5122606"/>
            <a:ext cx="46211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FED9D9-0FB2-1504-64F9-404E3906716A}"/>
              </a:ext>
            </a:extLst>
          </p:cNvPr>
          <p:cNvCxnSpPr>
            <a:cxnSpLocks/>
          </p:cNvCxnSpPr>
          <p:nvPr/>
        </p:nvCxnSpPr>
        <p:spPr>
          <a:xfrm>
            <a:off x="7674076" y="5461819"/>
            <a:ext cx="46211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93C481B-9D10-FE66-D5F7-233DA36160E7}"/>
              </a:ext>
            </a:extLst>
          </p:cNvPr>
          <p:cNvCxnSpPr>
            <a:cxnSpLocks/>
          </p:cNvCxnSpPr>
          <p:nvPr/>
        </p:nvCxnSpPr>
        <p:spPr>
          <a:xfrm>
            <a:off x="7728152" y="5614219"/>
            <a:ext cx="69809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Single Corner Snipped 24">
            <a:extLst>
              <a:ext uri="{FF2B5EF4-FFF2-40B4-BE49-F238E27FC236}">
                <a16:creationId xmlns:a16="http://schemas.microsoft.com/office/drawing/2014/main" id="{25731260-B674-D342-7FDB-83CC8B59FDF5}"/>
              </a:ext>
            </a:extLst>
          </p:cNvPr>
          <p:cNvSpPr/>
          <p:nvPr/>
        </p:nvSpPr>
        <p:spPr>
          <a:xfrm>
            <a:off x="0" y="0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51E63DA9-9944-5E34-DF0B-2BFBC0FEF5B1}"/>
              </a:ext>
            </a:extLst>
          </p:cNvPr>
          <p:cNvSpPr/>
          <p:nvPr/>
        </p:nvSpPr>
        <p:spPr>
          <a:xfrm>
            <a:off x="0" y="6667019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379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Single Corner Snipped 1">
            <a:extLst>
              <a:ext uri="{FF2B5EF4-FFF2-40B4-BE49-F238E27FC236}">
                <a16:creationId xmlns:a16="http://schemas.microsoft.com/office/drawing/2014/main" id="{7C033524-4382-4594-72F2-3B87EEAF19AF}"/>
              </a:ext>
            </a:extLst>
          </p:cNvPr>
          <p:cNvSpPr/>
          <p:nvPr/>
        </p:nvSpPr>
        <p:spPr>
          <a:xfrm>
            <a:off x="0" y="0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Single Corner Snipped 2">
            <a:extLst>
              <a:ext uri="{FF2B5EF4-FFF2-40B4-BE49-F238E27FC236}">
                <a16:creationId xmlns:a16="http://schemas.microsoft.com/office/drawing/2014/main" id="{7CF89FF2-2A5E-D165-A806-D46CC2ED3AAA}"/>
              </a:ext>
            </a:extLst>
          </p:cNvPr>
          <p:cNvSpPr/>
          <p:nvPr/>
        </p:nvSpPr>
        <p:spPr>
          <a:xfrm>
            <a:off x="0" y="6667019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C2EFA9-30B8-DCD2-BFE3-93B083A318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39" y="1869165"/>
            <a:ext cx="6527989" cy="31659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569463-FACA-CC2A-D271-00E26033FCA2}"/>
              </a:ext>
            </a:extLst>
          </p:cNvPr>
          <p:cNvSpPr txBox="1"/>
          <p:nvPr/>
        </p:nvSpPr>
        <p:spPr>
          <a:xfrm>
            <a:off x="458183" y="627789"/>
            <a:ext cx="3392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/>
              <a:t>System work flow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34FE4F7-E06E-5F05-0679-1BC909C63151}"/>
              </a:ext>
            </a:extLst>
          </p:cNvPr>
          <p:cNvGrpSpPr/>
          <p:nvPr/>
        </p:nvGrpSpPr>
        <p:grpSpPr>
          <a:xfrm>
            <a:off x="8037094" y="465221"/>
            <a:ext cx="2935706" cy="5956479"/>
            <a:chOff x="938463" y="1381760"/>
            <a:chExt cx="2935706" cy="5626089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C599222-A2A5-8498-2735-B6B56208FFF1}"/>
                </a:ext>
              </a:extLst>
            </p:cNvPr>
            <p:cNvSpPr/>
            <p:nvPr/>
          </p:nvSpPr>
          <p:spPr>
            <a:xfrm>
              <a:off x="995680" y="1381760"/>
              <a:ext cx="2631440" cy="518160"/>
            </a:xfrm>
            <a:prstGeom prst="roundRect">
              <a:avLst/>
            </a:prstGeom>
            <a:solidFill>
              <a:srgbClr val="E1F5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accent3">
                      <a:lumMod val="50000"/>
                    </a:schemeClr>
                  </a:solidFill>
                </a:rPr>
                <a:t>Browser(client)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EEBC1D2-B055-4EB5-E5AD-4517A71E1A87}"/>
                </a:ext>
              </a:extLst>
            </p:cNvPr>
            <p:cNvSpPr/>
            <p:nvPr/>
          </p:nvSpPr>
          <p:spPr>
            <a:xfrm>
              <a:off x="1010920" y="2118360"/>
              <a:ext cx="2600960" cy="477520"/>
            </a:xfrm>
            <a:prstGeom prst="roundRect">
              <a:avLst/>
            </a:prstGeom>
            <a:solidFill>
              <a:srgbClr val="EEED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accent5">
                      <a:lumMod val="50000"/>
                    </a:schemeClr>
                  </a:solidFill>
                </a:rPr>
                <a:t>HTML form(Frontend UI)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144E4E3-F358-EDE3-9E6C-CD88BAE82BF6}"/>
                </a:ext>
              </a:extLst>
            </p:cNvPr>
            <p:cNvSpPr/>
            <p:nvPr/>
          </p:nvSpPr>
          <p:spPr>
            <a:xfrm>
              <a:off x="1076960" y="2860040"/>
              <a:ext cx="2468880" cy="579120"/>
            </a:xfrm>
            <a:prstGeom prst="roundRect">
              <a:avLst/>
            </a:prstGeom>
            <a:solidFill>
              <a:srgbClr val="E6F1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accent1">
                      <a:lumMod val="50000"/>
                    </a:schemeClr>
                  </a:solidFill>
                </a:rPr>
                <a:t>HTTP request(post method)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E20F7FD3-C03C-E3B1-5404-A013732F1A39}"/>
                </a:ext>
              </a:extLst>
            </p:cNvPr>
            <p:cNvSpPr/>
            <p:nvPr/>
          </p:nvSpPr>
          <p:spPr>
            <a:xfrm>
              <a:off x="970280" y="3663294"/>
              <a:ext cx="2712720" cy="508000"/>
            </a:xfrm>
            <a:prstGeom prst="roundRect">
              <a:avLst/>
            </a:prstGeom>
            <a:solidFill>
              <a:srgbClr val="FAEE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accent2">
                      <a:lumMod val="50000"/>
                    </a:schemeClr>
                  </a:solidFill>
                </a:rPr>
                <a:t>Apache server(LAMP)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1B8F7EC-9BA8-B80D-5518-1D610C7EE9A6}"/>
                </a:ext>
              </a:extLst>
            </p:cNvPr>
            <p:cNvSpPr/>
            <p:nvPr/>
          </p:nvSpPr>
          <p:spPr>
            <a:xfrm>
              <a:off x="985520" y="4450080"/>
              <a:ext cx="2682240" cy="436880"/>
            </a:xfrm>
            <a:prstGeom prst="roundRect">
              <a:avLst/>
            </a:prstGeom>
            <a:solidFill>
              <a:srgbClr val="FAECE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accent2">
                      <a:lumMod val="50000"/>
                    </a:schemeClr>
                  </a:solidFill>
                </a:rPr>
                <a:t>PHP backend processing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0897D7C-C9C6-ACF7-732C-B561BADE5BE3}"/>
                </a:ext>
              </a:extLst>
            </p:cNvPr>
            <p:cNvSpPr/>
            <p:nvPr/>
          </p:nvSpPr>
          <p:spPr>
            <a:xfrm>
              <a:off x="938463" y="5230442"/>
              <a:ext cx="2935706" cy="378807"/>
            </a:xfrm>
            <a:prstGeom prst="roundRect">
              <a:avLst/>
            </a:prstGeom>
            <a:solidFill>
              <a:srgbClr val="E1F5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accent3">
                      <a:lumMod val="50000"/>
                    </a:schemeClr>
                  </a:solidFill>
                </a:rPr>
                <a:t>My SQL database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473B969-295E-E853-F489-18B3150523F4}"/>
                </a:ext>
              </a:extLst>
            </p:cNvPr>
            <p:cNvSpPr/>
            <p:nvPr/>
          </p:nvSpPr>
          <p:spPr>
            <a:xfrm>
              <a:off x="1031909" y="5866838"/>
              <a:ext cx="2758440" cy="415931"/>
            </a:xfrm>
            <a:prstGeom prst="roundRect">
              <a:avLst/>
            </a:prstGeom>
            <a:solidFill>
              <a:srgbClr val="FCEBE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accent2">
                      <a:lumMod val="50000"/>
                    </a:schemeClr>
                  </a:solidFill>
                </a:rPr>
                <a:t>Response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F61BBDC-EA55-19AC-F8E7-CF7445CECCC2}"/>
                </a:ext>
              </a:extLst>
            </p:cNvPr>
            <p:cNvCxnSpPr>
              <a:stCxn id="14" idx="2"/>
              <a:endCxn id="15" idx="0"/>
            </p:cNvCxnSpPr>
            <p:nvPr/>
          </p:nvCxnSpPr>
          <p:spPr>
            <a:xfrm>
              <a:off x="2311400" y="1899920"/>
              <a:ext cx="0" cy="2184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C4F29CC-C8F9-9205-E214-FC31A2578ECE}"/>
                </a:ext>
              </a:extLst>
            </p:cNvPr>
            <p:cNvCxnSpPr>
              <a:stCxn id="15" idx="2"/>
              <a:endCxn id="16" idx="0"/>
            </p:cNvCxnSpPr>
            <p:nvPr/>
          </p:nvCxnSpPr>
          <p:spPr>
            <a:xfrm>
              <a:off x="2311400" y="2595880"/>
              <a:ext cx="0" cy="2641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0F8D53A-C4EF-C870-B3F1-28C8374C2683}"/>
                </a:ext>
              </a:extLst>
            </p:cNvPr>
            <p:cNvCxnSpPr>
              <a:stCxn id="16" idx="2"/>
              <a:endCxn id="17" idx="0"/>
            </p:cNvCxnSpPr>
            <p:nvPr/>
          </p:nvCxnSpPr>
          <p:spPr>
            <a:xfrm>
              <a:off x="2311400" y="3439161"/>
              <a:ext cx="15240" cy="2241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B4A6213-F459-58A8-98FA-2D8823B5BBD4}"/>
                </a:ext>
              </a:extLst>
            </p:cNvPr>
            <p:cNvCxnSpPr>
              <a:stCxn id="17" idx="2"/>
              <a:endCxn id="18" idx="0"/>
            </p:cNvCxnSpPr>
            <p:nvPr/>
          </p:nvCxnSpPr>
          <p:spPr>
            <a:xfrm>
              <a:off x="2326640" y="4171294"/>
              <a:ext cx="0" cy="2787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EFEB4C5-6DB3-84E2-842B-7F899936E9A7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>
              <a:off x="2326640" y="4886960"/>
              <a:ext cx="0" cy="2525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23BCDDA-25E6-F6DA-4245-88BCB94F9B32}"/>
                </a:ext>
              </a:extLst>
            </p:cNvPr>
            <p:cNvCxnSpPr>
              <a:cxnSpLocks/>
              <a:stCxn id="19" idx="2"/>
              <a:endCxn id="20" idx="0"/>
            </p:cNvCxnSpPr>
            <p:nvPr/>
          </p:nvCxnSpPr>
          <p:spPr>
            <a:xfrm>
              <a:off x="2406316" y="5609248"/>
              <a:ext cx="4813" cy="25759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26FC918-B31C-6260-D767-4FD5F49EC32E}"/>
                </a:ext>
              </a:extLst>
            </p:cNvPr>
            <p:cNvCxnSpPr>
              <a:cxnSpLocks/>
            </p:cNvCxnSpPr>
            <p:nvPr/>
          </p:nvCxnSpPr>
          <p:spPr>
            <a:xfrm>
              <a:off x="2452036" y="6285798"/>
              <a:ext cx="4813" cy="25759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E37D1102-1827-FAB7-93A8-C13452A7E2A5}"/>
                </a:ext>
              </a:extLst>
            </p:cNvPr>
            <p:cNvSpPr/>
            <p:nvPr/>
          </p:nvSpPr>
          <p:spPr>
            <a:xfrm>
              <a:off x="1216660" y="6530329"/>
              <a:ext cx="2600960" cy="477520"/>
            </a:xfrm>
            <a:prstGeom prst="roundRect">
              <a:avLst/>
            </a:prstGeom>
            <a:solidFill>
              <a:srgbClr val="EEED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accent5">
                      <a:lumMod val="50000"/>
                    </a:schemeClr>
                  </a:solidFill>
                </a:rPr>
                <a:t>Browser display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4827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 descr="QR Code">
            <a:extLst>
              <a:ext uri="{FF2B5EF4-FFF2-40B4-BE49-F238E27FC236}">
                <a16:creationId xmlns:a16="http://schemas.microsoft.com/office/drawing/2014/main" id="{4E7BC59F-168D-48A7-A19D-B299866DFF3D}"/>
              </a:ext>
            </a:extLst>
          </p:cNvPr>
          <p:cNvSpPr/>
          <p:nvPr/>
        </p:nvSpPr>
        <p:spPr>
          <a:xfrm>
            <a:off x="352978" y="4461880"/>
            <a:ext cx="1993982" cy="2121800"/>
          </a:xfrm>
          <a:custGeom>
            <a:avLst/>
            <a:gdLst>
              <a:gd name="csX0" fmla="*/ 303259 w 2129642"/>
              <a:gd name="csY0" fmla="*/ 607493 h 2129642"/>
              <a:gd name="csX1" fmla="*/ 303259 w 2129642"/>
              <a:gd name="csY1" fmla="*/ 303259 h 2129642"/>
              <a:gd name="csX2" fmla="*/ 607493 w 2129642"/>
              <a:gd name="csY2" fmla="*/ 303259 h 2129642"/>
              <a:gd name="csX3" fmla="*/ 607493 w 2129642"/>
              <a:gd name="csY3" fmla="*/ 607493 h 2129642"/>
              <a:gd name="csX4" fmla="*/ 303259 w 2129642"/>
              <a:gd name="csY4" fmla="*/ 607493 h 2129642"/>
              <a:gd name="csX5" fmla="*/ -976 w 2129642"/>
              <a:gd name="csY5" fmla="*/ 911728 h 2129642"/>
              <a:gd name="csX6" fmla="*/ -976 w 2129642"/>
              <a:gd name="csY6" fmla="*/ -976 h 2129642"/>
              <a:gd name="csX7" fmla="*/ 911728 w 2129642"/>
              <a:gd name="csY7" fmla="*/ -976 h 2129642"/>
              <a:gd name="csX8" fmla="*/ 911728 w 2129642"/>
              <a:gd name="csY8" fmla="*/ 911728 h 2129642"/>
              <a:gd name="csX9" fmla="*/ -976 w 2129642"/>
              <a:gd name="csY9" fmla="*/ 911728 h 2129642"/>
              <a:gd name="csX10" fmla="*/ 151141 w 2129642"/>
              <a:gd name="csY10" fmla="*/ 151141 h 2129642"/>
              <a:gd name="csX11" fmla="*/ 151141 w 2129642"/>
              <a:gd name="csY11" fmla="*/ 759610 h 2129642"/>
              <a:gd name="csX12" fmla="*/ 759610 w 2129642"/>
              <a:gd name="csY12" fmla="*/ 759610 h 2129642"/>
              <a:gd name="csX13" fmla="*/ 759610 w 2129642"/>
              <a:gd name="csY13" fmla="*/ 151141 h 2129642"/>
              <a:gd name="csX14" fmla="*/ 151141 w 2129642"/>
              <a:gd name="csY14" fmla="*/ 151141 h 2129642"/>
              <a:gd name="csX15" fmla="*/ 303259 w 2129642"/>
              <a:gd name="csY15" fmla="*/ 1824432 h 2129642"/>
              <a:gd name="csX16" fmla="*/ 303259 w 2129642"/>
              <a:gd name="csY16" fmla="*/ 1520197 h 2129642"/>
              <a:gd name="csX17" fmla="*/ 607493 w 2129642"/>
              <a:gd name="csY17" fmla="*/ 1520197 h 2129642"/>
              <a:gd name="csX18" fmla="*/ 607493 w 2129642"/>
              <a:gd name="csY18" fmla="*/ 1824432 h 2129642"/>
              <a:gd name="csX19" fmla="*/ 303259 w 2129642"/>
              <a:gd name="csY19" fmla="*/ 1824432 h 2129642"/>
              <a:gd name="csX20" fmla="*/ -976 w 2129642"/>
              <a:gd name="csY20" fmla="*/ 2128666 h 2129642"/>
              <a:gd name="csX21" fmla="*/ -976 w 2129642"/>
              <a:gd name="csY21" fmla="*/ 1215962 h 2129642"/>
              <a:gd name="csX22" fmla="*/ 911728 w 2129642"/>
              <a:gd name="csY22" fmla="*/ 1215962 h 2129642"/>
              <a:gd name="csX23" fmla="*/ 911728 w 2129642"/>
              <a:gd name="csY23" fmla="*/ 2128666 h 2129642"/>
              <a:gd name="csX24" fmla="*/ -976 w 2129642"/>
              <a:gd name="csY24" fmla="*/ 2128666 h 2129642"/>
              <a:gd name="csX25" fmla="*/ 151141 w 2129642"/>
              <a:gd name="csY25" fmla="*/ 1368080 h 2129642"/>
              <a:gd name="csX26" fmla="*/ 151141 w 2129642"/>
              <a:gd name="csY26" fmla="*/ 1976549 h 2129642"/>
              <a:gd name="csX27" fmla="*/ 759610 w 2129642"/>
              <a:gd name="csY27" fmla="*/ 1976549 h 2129642"/>
              <a:gd name="csX28" fmla="*/ 759610 w 2129642"/>
              <a:gd name="csY28" fmla="*/ 1368080 h 2129642"/>
              <a:gd name="csX29" fmla="*/ 151141 w 2129642"/>
              <a:gd name="csY29" fmla="*/ 1368080 h 2129642"/>
              <a:gd name="csX30" fmla="*/ 1824432 w 2129642"/>
              <a:gd name="csY30" fmla="*/ 303259 h 2129642"/>
              <a:gd name="csX31" fmla="*/ 1824432 w 2129642"/>
              <a:gd name="csY31" fmla="*/ 607493 h 2129642"/>
              <a:gd name="csX32" fmla="*/ 1520197 w 2129642"/>
              <a:gd name="csY32" fmla="*/ 607493 h 2129642"/>
              <a:gd name="csX33" fmla="*/ 1520197 w 2129642"/>
              <a:gd name="csY33" fmla="*/ 303259 h 2129642"/>
              <a:gd name="csX34" fmla="*/ 1824432 w 2129642"/>
              <a:gd name="csY34" fmla="*/ 303259 h 2129642"/>
              <a:gd name="csX35" fmla="*/ 1215962 w 2129642"/>
              <a:gd name="csY35" fmla="*/ -976 h 2129642"/>
              <a:gd name="csX36" fmla="*/ 2128666 w 2129642"/>
              <a:gd name="csY36" fmla="*/ -976 h 2129642"/>
              <a:gd name="csX37" fmla="*/ 2128666 w 2129642"/>
              <a:gd name="csY37" fmla="*/ 911728 h 2129642"/>
              <a:gd name="csX38" fmla="*/ 1215962 w 2129642"/>
              <a:gd name="csY38" fmla="*/ 911728 h 2129642"/>
              <a:gd name="csX39" fmla="*/ 1215962 w 2129642"/>
              <a:gd name="csY39" fmla="*/ -976 h 2129642"/>
              <a:gd name="csX40" fmla="*/ 1976549 w 2129642"/>
              <a:gd name="csY40" fmla="*/ 759610 h 2129642"/>
              <a:gd name="csX41" fmla="*/ 1976549 w 2129642"/>
              <a:gd name="csY41" fmla="*/ 151141 h 2129642"/>
              <a:gd name="csX42" fmla="*/ 1368080 w 2129642"/>
              <a:gd name="csY42" fmla="*/ 151141 h 2129642"/>
              <a:gd name="csX43" fmla="*/ 1368080 w 2129642"/>
              <a:gd name="csY43" fmla="*/ 759610 h 2129642"/>
              <a:gd name="csX44" fmla="*/ 1976549 w 2129642"/>
              <a:gd name="csY44" fmla="*/ 759610 h 2129642"/>
              <a:gd name="csX45" fmla="*/ 1215962 w 2129642"/>
              <a:gd name="csY45" fmla="*/ 1672314 h 2129642"/>
              <a:gd name="csX46" fmla="*/ 1368080 w 2129642"/>
              <a:gd name="csY46" fmla="*/ 1672314 h 2129642"/>
              <a:gd name="csX47" fmla="*/ 1368080 w 2129642"/>
              <a:gd name="csY47" fmla="*/ 1824432 h 2129642"/>
              <a:gd name="csX48" fmla="*/ 1215962 w 2129642"/>
              <a:gd name="csY48" fmla="*/ 1824432 h 2129642"/>
              <a:gd name="csX49" fmla="*/ 1215962 w 2129642"/>
              <a:gd name="csY49" fmla="*/ 1672314 h 2129642"/>
              <a:gd name="csX50" fmla="*/ 1520197 w 2129642"/>
              <a:gd name="csY50" fmla="*/ 1368080 h 2129642"/>
              <a:gd name="csX51" fmla="*/ 1368080 w 2129642"/>
              <a:gd name="csY51" fmla="*/ 1368080 h 2129642"/>
              <a:gd name="csX52" fmla="*/ 1368080 w 2129642"/>
              <a:gd name="csY52" fmla="*/ 1520197 h 2129642"/>
              <a:gd name="csX53" fmla="*/ 1215962 w 2129642"/>
              <a:gd name="csY53" fmla="*/ 1520197 h 2129642"/>
              <a:gd name="csX54" fmla="*/ 1215962 w 2129642"/>
              <a:gd name="csY54" fmla="*/ 1215962 h 2129642"/>
              <a:gd name="csX55" fmla="*/ 1520197 w 2129642"/>
              <a:gd name="csY55" fmla="*/ 1215962 h 2129642"/>
              <a:gd name="csX56" fmla="*/ 1520197 w 2129642"/>
              <a:gd name="csY56" fmla="*/ 1368080 h 2129642"/>
              <a:gd name="csX57" fmla="*/ 1824432 w 2129642"/>
              <a:gd name="csY57" fmla="*/ 1215962 h 2129642"/>
              <a:gd name="csX58" fmla="*/ 1824432 w 2129642"/>
              <a:gd name="csY58" fmla="*/ 1368080 h 2129642"/>
              <a:gd name="csX59" fmla="*/ 1672314 w 2129642"/>
              <a:gd name="csY59" fmla="*/ 1368080 h 2129642"/>
              <a:gd name="csX60" fmla="*/ 1672314 w 2129642"/>
              <a:gd name="csY60" fmla="*/ 1215962 h 2129642"/>
              <a:gd name="csX61" fmla="*/ 1824432 w 2129642"/>
              <a:gd name="csY61" fmla="*/ 1215962 h 2129642"/>
              <a:gd name="csX62" fmla="*/ 1672314 w 2129642"/>
              <a:gd name="csY62" fmla="*/ 1368080 h 2129642"/>
              <a:gd name="csX63" fmla="*/ 1672314 w 2129642"/>
              <a:gd name="csY63" fmla="*/ 1672314 h 2129642"/>
              <a:gd name="csX64" fmla="*/ 1368080 w 2129642"/>
              <a:gd name="csY64" fmla="*/ 1672314 h 2129642"/>
              <a:gd name="csX65" fmla="*/ 1368080 w 2129642"/>
              <a:gd name="csY65" fmla="*/ 1520197 h 2129642"/>
              <a:gd name="csX66" fmla="*/ 1520197 w 2129642"/>
              <a:gd name="csY66" fmla="*/ 1520197 h 2129642"/>
              <a:gd name="csX67" fmla="*/ 1520197 w 2129642"/>
              <a:gd name="csY67" fmla="*/ 1368080 h 2129642"/>
              <a:gd name="csX68" fmla="*/ 1672314 w 2129642"/>
              <a:gd name="csY68" fmla="*/ 1368080 h 2129642"/>
              <a:gd name="csX69" fmla="*/ 1368080 w 2129642"/>
              <a:gd name="csY69" fmla="*/ 1824432 h 2129642"/>
              <a:gd name="csX70" fmla="*/ 1672314 w 2129642"/>
              <a:gd name="csY70" fmla="*/ 1824432 h 2129642"/>
              <a:gd name="csX71" fmla="*/ 1672314 w 2129642"/>
              <a:gd name="csY71" fmla="*/ 1976549 h 2129642"/>
              <a:gd name="csX72" fmla="*/ 1520197 w 2129642"/>
              <a:gd name="csY72" fmla="*/ 1976549 h 2129642"/>
              <a:gd name="csX73" fmla="*/ 1520197 w 2129642"/>
              <a:gd name="csY73" fmla="*/ 2128666 h 2129642"/>
              <a:gd name="csX74" fmla="*/ 1215962 w 2129642"/>
              <a:gd name="csY74" fmla="*/ 2128666 h 2129642"/>
              <a:gd name="csX75" fmla="*/ 1215962 w 2129642"/>
              <a:gd name="csY75" fmla="*/ 1976549 h 2129642"/>
              <a:gd name="csX76" fmla="*/ 1368080 w 2129642"/>
              <a:gd name="csY76" fmla="*/ 1976549 h 2129642"/>
              <a:gd name="csX77" fmla="*/ 1368080 w 2129642"/>
              <a:gd name="csY77" fmla="*/ 1824432 h 2129642"/>
              <a:gd name="csX78" fmla="*/ 1672314 w 2129642"/>
              <a:gd name="csY78" fmla="*/ 2128666 h 2129642"/>
              <a:gd name="csX79" fmla="*/ 1672314 w 2129642"/>
              <a:gd name="csY79" fmla="*/ 1976549 h 2129642"/>
              <a:gd name="csX80" fmla="*/ 1976549 w 2129642"/>
              <a:gd name="csY80" fmla="*/ 1976549 h 2129642"/>
              <a:gd name="csX81" fmla="*/ 1976549 w 2129642"/>
              <a:gd name="csY81" fmla="*/ 2128666 h 2129642"/>
              <a:gd name="csX82" fmla="*/ 1672314 w 2129642"/>
              <a:gd name="csY82" fmla="*/ 2128666 h 2129642"/>
              <a:gd name="csX83" fmla="*/ 2128666 w 2129642"/>
              <a:gd name="csY83" fmla="*/ 1976549 h 2129642"/>
              <a:gd name="csX84" fmla="*/ 1976549 w 2129642"/>
              <a:gd name="csY84" fmla="*/ 1976549 h 2129642"/>
              <a:gd name="csX85" fmla="*/ 1976549 w 2129642"/>
              <a:gd name="csY85" fmla="*/ 1672314 h 2129642"/>
              <a:gd name="csX86" fmla="*/ 2128666 w 2129642"/>
              <a:gd name="csY86" fmla="*/ 1672314 h 2129642"/>
              <a:gd name="csX87" fmla="*/ 2128666 w 2129642"/>
              <a:gd name="csY87" fmla="*/ 1976549 h 2129642"/>
              <a:gd name="csX88" fmla="*/ 1976549 w 2129642"/>
              <a:gd name="csY88" fmla="*/ 1368080 h 2129642"/>
              <a:gd name="csX89" fmla="*/ 1976549 w 2129642"/>
              <a:gd name="csY89" fmla="*/ 1215962 h 2129642"/>
              <a:gd name="csX90" fmla="*/ 2128666 w 2129642"/>
              <a:gd name="csY90" fmla="*/ 1215962 h 2129642"/>
              <a:gd name="csX91" fmla="*/ 2128666 w 2129642"/>
              <a:gd name="csY91" fmla="*/ 1520197 h 2129642"/>
              <a:gd name="csX92" fmla="*/ 1976549 w 2129642"/>
              <a:gd name="csY92" fmla="*/ 1520197 h 2129642"/>
              <a:gd name="csX93" fmla="*/ 1976549 w 2129642"/>
              <a:gd name="csY93" fmla="*/ 1672314 h 2129642"/>
              <a:gd name="csX94" fmla="*/ 1824432 w 2129642"/>
              <a:gd name="csY94" fmla="*/ 1672314 h 2129642"/>
              <a:gd name="csX95" fmla="*/ 1824432 w 2129642"/>
              <a:gd name="csY95" fmla="*/ 1368080 h 2129642"/>
              <a:gd name="csX96" fmla="*/ 1976549 w 2129642"/>
              <a:gd name="csY96" fmla="*/ 1368080 h 2129642"/>
              <a:gd name="csX97" fmla="*/ 1672314 w 2129642"/>
              <a:gd name="csY97" fmla="*/ 1824432 h 2129642"/>
              <a:gd name="csX98" fmla="*/ 1672314 w 2129642"/>
              <a:gd name="csY98" fmla="*/ 1672314 h 2129642"/>
              <a:gd name="csX99" fmla="*/ 1824432 w 2129642"/>
              <a:gd name="csY99" fmla="*/ 1672314 h 2129642"/>
              <a:gd name="csX100" fmla="*/ 1824432 w 2129642"/>
              <a:gd name="csY100" fmla="*/ 1824432 h 2129642"/>
              <a:gd name="csX101" fmla="*/ 1672314 w 2129642"/>
              <a:gd name="csY101" fmla="*/ 1824432 h 21296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</a:cxnLst>
            <a:rect l="l" t="t" r="r" b="b"/>
            <a:pathLst>
              <a:path w="2129642" h="2129642">
                <a:moveTo>
                  <a:pt x="303259" y="607493"/>
                </a:moveTo>
                <a:lnTo>
                  <a:pt x="303259" y="303259"/>
                </a:lnTo>
                <a:lnTo>
                  <a:pt x="607493" y="303259"/>
                </a:lnTo>
                <a:lnTo>
                  <a:pt x="607493" y="607493"/>
                </a:lnTo>
                <a:lnTo>
                  <a:pt x="303259" y="607493"/>
                </a:lnTo>
                <a:close/>
                <a:moveTo>
                  <a:pt x="-976" y="911728"/>
                </a:moveTo>
                <a:lnTo>
                  <a:pt x="-976" y="-976"/>
                </a:lnTo>
                <a:lnTo>
                  <a:pt x="911728" y="-976"/>
                </a:lnTo>
                <a:lnTo>
                  <a:pt x="911728" y="911728"/>
                </a:lnTo>
                <a:lnTo>
                  <a:pt x="-976" y="911728"/>
                </a:lnTo>
                <a:close/>
                <a:moveTo>
                  <a:pt x="151141" y="151141"/>
                </a:moveTo>
                <a:lnTo>
                  <a:pt x="151141" y="759610"/>
                </a:lnTo>
                <a:lnTo>
                  <a:pt x="759610" y="759610"/>
                </a:lnTo>
                <a:lnTo>
                  <a:pt x="759610" y="151141"/>
                </a:lnTo>
                <a:lnTo>
                  <a:pt x="151141" y="151141"/>
                </a:lnTo>
                <a:close/>
                <a:moveTo>
                  <a:pt x="303259" y="1824432"/>
                </a:moveTo>
                <a:lnTo>
                  <a:pt x="303259" y="1520197"/>
                </a:lnTo>
                <a:lnTo>
                  <a:pt x="607493" y="1520197"/>
                </a:lnTo>
                <a:lnTo>
                  <a:pt x="607493" y="1824432"/>
                </a:lnTo>
                <a:lnTo>
                  <a:pt x="303259" y="1824432"/>
                </a:lnTo>
                <a:close/>
                <a:moveTo>
                  <a:pt x="-976" y="2128666"/>
                </a:moveTo>
                <a:lnTo>
                  <a:pt x="-976" y="1215962"/>
                </a:lnTo>
                <a:lnTo>
                  <a:pt x="911728" y="1215962"/>
                </a:lnTo>
                <a:lnTo>
                  <a:pt x="911728" y="2128666"/>
                </a:lnTo>
                <a:lnTo>
                  <a:pt x="-976" y="2128666"/>
                </a:lnTo>
                <a:close/>
                <a:moveTo>
                  <a:pt x="151141" y="1368080"/>
                </a:moveTo>
                <a:lnTo>
                  <a:pt x="151141" y="1976549"/>
                </a:lnTo>
                <a:lnTo>
                  <a:pt x="759610" y="1976549"/>
                </a:lnTo>
                <a:lnTo>
                  <a:pt x="759610" y="1368080"/>
                </a:lnTo>
                <a:lnTo>
                  <a:pt x="151141" y="1368080"/>
                </a:lnTo>
                <a:close/>
                <a:moveTo>
                  <a:pt x="1824432" y="303259"/>
                </a:moveTo>
                <a:lnTo>
                  <a:pt x="1824432" y="607493"/>
                </a:lnTo>
                <a:lnTo>
                  <a:pt x="1520197" y="607493"/>
                </a:lnTo>
                <a:lnTo>
                  <a:pt x="1520197" y="303259"/>
                </a:lnTo>
                <a:lnTo>
                  <a:pt x="1824432" y="303259"/>
                </a:lnTo>
                <a:close/>
                <a:moveTo>
                  <a:pt x="1215962" y="-976"/>
                </a:moveTo>
                <a:lnTo>
                  <a:pt x="2128666" y="-976"/>
                </a:lnTo>
                <a:lnTo>
                  <a:pt x="2128666" y="911728"/>
                </a:lnTo>
                <a:lnTo>
                  <a:pt x="1215962" y="911728"/>
                </a:lnTo>
                <a:lnTo>
                  <a:pt x="1215962" y="-976"/>
                </a:lnTo>
                <a:close/>
                <a:moveTo>
                  <a:pt x="1976549" y="759610"/>
                </a:moveTo>
                <a:lnTo>
                  <a:pt x="1976549" y="151141"/>
                </a:lnTo>
                <a:lnTo>
                  <a:pt x="1368080" y="151141"/>
                </a:lnTo>
                <a:lnTo>
                  <a:pt x="1368080" y="759610"/>
                </a:lnTo>
                <a:lnTo>
                  <a:pt x="1976549" y="759610"/>
                </a:lnTo>
                <a:close/>
                <a:moveTo>
                  <a:pt x="1215962" y="1672314"/>
                </a:moveTo>
                <a:lnTo>
                  <a:pt x="1368080" y="1672314"/>
                </a:lnTo>
                <a:lnTo>
                  <a:pt x="1368080" y="1824432"/>
                </a:lnTo>
                <a:lnTo>
                  <a:pt x="1215962" y="1824432"/>
                </a:lnTo>
                <a:lnTo>
                  <a:pt x="1215962" y="1672314"/>
                </a:lnTo>
                <a:close/>
                <a:moveTo>
                  <a:pt x="1520197" y="1368080"/>
                </a:moveTo>
                <a:lnTo>
                  <a:pt x="1368080" y="1368080"/>
                </a:lnTo>
                <a:lnTo>
                  <a:pt x="1368080" y="1520197"/>
                </a:lnTo>
                <a:lnTo>
                  <a:pt x="1215962" y="1520197"/>
                </a:lnTo>
                <a:lnTo>
                  <a:pt x="1215962" y="1215962"/>
                </a:lnTo>
                <a:lnTo>
                  <a:pt x="1520197" y="1215962"/>
                </a:lnTo>
                <a:lnTo>
                  <a:pt x="1520197" y="1368080"/>
                </a:lnTo>
                <a:close/>
                <a:moveTo>
                  <a:pt x="1824432" y="1215962"/>
                </a:moveTo>
                <a:lnTo>
                  <a:pt x="1824432" y="1368080"/>
                </a:lnTo>
                <a:lnTo>
                  <a:pt x="1672314" y="1368080"/>
                </a:lnTo>
                <a:lnTo>
                  <a:pt x="1672314" y="1215962"/>
                </a:lnTo>
                <a:lnTo>
                  <a:pt x="1824432" y="1215962"/>
                </a:lnTo>
                <a:close/>
                <a:moveTo>
                  <a:pt x="1672314" y="1368080"/>
                </a:moveTo>
                <a:lnTo>
                  <a:pt x="1672314" y="1672314"/>
                </a:lnTo>
                <a:lnTo>
                  <a:pt x="1368080" y="1672314"/>
                </a:lnTo>
                <a:lnTo>
                  <a:pt x="1368080" y="1520197"/>
                </a:lnTo>
                <a:lnTo>
                  <a:pt x="1520197" y="1520197"/>
                </a:lnTo>
                <a:lnTo>
                  <a:pt x="1520197" y="1368080"/>
                </a:lnTo>
                <a:lnTo>
                  <a:pt x="1672314" y="1368080"/>
                </a:lnTo>
                <a:close/>
                <a:moveTo>
                  <a:pt x="1368080" y="1824432"/>
                </a:moveTo>
                <a:lnTo>
                  <a:pt x="1672314" y="1824432"/>
                </a:lnTo>
                <a:lnTo>
                  <a:pt x="1672314" y="1976549"/>
                </a:lnTo>
                <a:lnTo>
                  <a:pt x="1520197" y="1976549"/>
                </a:lnTo>
                <a:lnTo>
                  <a:pt x="1520197" y="2128666"/>
                </a:lnTo>
                <a:lnTo>
                  <a:pt x="1215962" y="2128666"/>
                </a:lnTo>
                <a:lnTo>
                  <a:pt x="1215962" y="1976549"/>
                </a:lnTo>
                <a:lnTo>
                  <a:pt x="1368080" y="1976549"/>
                </a:lnTo>
                <a:lnTo>
                  <a:pt x="1368080" y="1824432"/>
                </a:lnTo>
                <a:close/>
                <a:moveTo>
                  <a:pt x="1672314" y="2128666"/>
                </a:moveTo>
                <a:lnTo>
                  <a:pt x="1672314" y="1976549"/>
                </a:lnTo>
                <a:lnTo>
                  <a:pt x="1976549" y="1976549"/>
                </a:lnTo>
                <a:lnTo>
                  <a:pt x="1976549" y="2128666"/>
                </a:lnTo>
                <a:lnTo>
                  <a:pt x="1672314" y="2128666"/>
                </a:lnTo>
                <a:close/>
                <a:moveTo>
                  <a:pt x="2128666" y="1976549"/>
                </a:moveTo>
                <a:lnTo>
                  <a:pt x="1976549" y="1976549"/>
                </a:lnTo>
                <a:lnTo>
                  <a:pt x="1976549" y="1672314"/>
                </a:lnTo>
                <a:lnTo>
                  <a:pt x="2128666" y="1672314"/>
                </a:lnTo>
                <a:lnTo>
                  <a:pt x="2128666" y="1976549"/>
                </a:lnTo>
                <a:close/>
                <a:moveTo>
                  <a:pt x="1976549" y="1368080"/>
                </a:moveTo>
                <a:lnTo>
                  <a:pt x="1976549" y="1215962"/>
                </a:lnTo>
                <a:lnTo>
                  <a:pt x="2128666" y="1215962"/>
                </a:lnTo>
                <a:lnTo>
                  <a:pt x="2128666" y="1520197"/>
                </a:lnTo>
                <a:lnTo>
                  <a:pt x="1976549" y="1520197"/>
                </a:lnTo>
                <a:lnTo>
                  <a:pt x="1976549" y="1672314"/>
                </a:lnTo>
                <a:lnTo>
                  <a:pt x="1824432" y="1672314"/>
                </a:lnTo>
                <a:lnTo>
                  <a:pt x="1824432" y="1368080"/>
                </a:lnTo>
                <a:lnTo>
                  <a:pt x="1976549" y="1368080"/>
                </a:lnTo>
                <a:close/>
                <a:moveTo>
                  <a:pt x="1672314" y="1824432"/>
                </a:moveTo>
                <a:lnTo>
                  <a:pt x="1672314" y="1672314"/>
                </a:lnTo>
                <a:lnTo>
                  <a:pt x="1824432" y="1672314"/>
                </a:lnTo>
                <a:lnTo>
                  <a:pt x="1824432" y="1824432"/>
                </a:lnTo>
                <a:lnTo>
                  <a:pt x="1672314" y="1824432"/>
                </a:lnTo>
                <a:close/>
              </a:path>
            </a:pathLst>
          </a:custGeom>
          <a:solidFill>
            <a:srgbClr val="DEF2F9"/>
          </a:solidFill>
          <a:ln w="1186" cap="flat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BF6B0D-1B33-A88B-A96F-155AA252FE8E}"/>
              </a:ext>
            </a:extLst>
          </p:cNvPr>
          <p:cNvSpPr txBox="1"/>
          <p:nvPr/>
        </p:nvSpPr>
        <p:spPr>
          <a:xfrm>
            <a:off x="360947" y="1546459"/>
            <a:ext cx="59026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Successfully created a working QR submission system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Users can: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dirty="0"/>
              <a:t>Enter QR codes manually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dirty="0"/>
              <a:t>Upload QR image files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Data is stored in database with: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dirty="0"/>
              <a:t>Unique ID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dirty="0"/>
              <a:t>Timestamp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dirty="0"/>
              <a:t>Status (pending)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System runs on local server using LAMP</a:t>
            </a:r>
          </a:p>
          <a:p>
            <a:endParaRPr lang="en-IN" dirty="0"/>
          </a:p>
        </p:txBody>
      </p:sp>
      <p:sp>
        <p:nvSpPr>
          <p:cNvPr id="3" name="Rectangle: Single Corner Snipped 2">
            <a:extLst>
              <a:ext uri="{FF2B5EF4-FFF2-40B4-BE49-F238E27FC236}">
                <a16:creationId xmlns:a16="http://schemas.microsoft.com/office/drawing/2014/main" id="{A758FECB-17BA-1457-BEC0-FD5077C98C4C}"/>
              </a:ext>
            </a:extLst>
          </p:cNvPr>
          <p:cNvSpPr/>
          <p:nvPr/>
        </p:nvSpPr>
        <p:spPr>
          <a:xfrm>
            <a:off x="0" y="0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40075008-C0F3-1D1B-3B2F-976895D80B07}"/>
              </a:ext>
            </a:extLst>
          </p:cNvPr>
          <p:cNvSpPr/>
          <p:nvPr/>
        </p:nvSpPr>
        <p:spPr>
          <a:xfrm>
            <a:off x="0" y="6667019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81158-2F37-6F56-DDBD-B37C0F594C6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14" t="3403" r="34046" b="31563"/>
          <a:stretch>
            <a:fillRect/>
          </a:stretch>
        </p:blipFill>
        <p:spPr bwMode="auto">
          <a:xfrm>
            <a:off x="8664099" y="409259"/>
            <a:ext cx="2643981" cy="210534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D7B403-B875-0F32-DCD6-A0AC724368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004" y="2788920"/>
            <a:ext cx="7452996" cy="38790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2EC4A7-FFED-43B9-6A76-EB73A44920EF}"/>
              </a:ext>
            </a:extLst>
          </p:cNvPr>
          <p:cNvSpPr txBox="1"/>
          <p:nvPr/>
        </p:nvSpPr>
        <p:spPr>
          <a:xfrm>
            <a:off x="944880" y="411480"/>
            <a:ext cx="28498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/>
              <a:t>Result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6455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62D9FED3-C73D-437B-7E15-423C22958D29}"/>
              </a:ext>
            </a:extLst>
          </p:cNvPr>
          <p:cNvSpPr/>
          <p:nvPr/>
        </p:nvSpPr>
        <p:spPr>
          <a:xfrm>
            <a:off x="0" y="1889760"/>
            <a:ext cx="9276080" cy="2865120"/>
          </a:xfrm>
          <a:prstGeom prst="homePlate">
            <a:avLst>
              <a:gd name="adj" fmla="val 30496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FFECB1-CD4A-D191-DBD7-226056B97391}"/>
              </a:ext>
            </a:extLst>
          </p:cNvPr>
          <p:cNvSpPr txBox="1"/>
          <p:nvPr/>
        </p:nvSpPr>
        <p:spPr>
          <a:xfrm>
            <a:off x="3096127" y="2208998"/>
            <a:ext cx="61901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Add QR code scanning using mobile camera 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Implement admin panel for approval/rejection 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Improve QR image decoding instead of using filename</a:t>
            </a:r>
          </a:p>
          <a:p>
            <a:r>
              <a:rPr lang="en-IN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Add user authentication (login system) 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4FC440-5D46-203A-89B5-ED4427639B0E}"/>
              </a:ext>
            </a:extLst>
          </p:cNvPr>
          <p:cNvSpPr txBox="1"/>
          <p:nvPr/>
        </p:nvSpPr>
        <p:spPr>
          <a:xfrm>
            <a:off x="2834640" y="254000"/>
            <a:ext cx="48666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Future Scope</a:t>
            </a:r>
          </a:p>
          <a:p>
            <a:endParaRPr lang="en-IN" dirty="0"/>
          </a:p>
        </p:txBody>
      </p:sp>
      <p:pic>
        <p:nvPicPr>
          <p:cNvPr id="5" name="Graphic 4" descr="Magnifying glass with solid fill">
            <a:extLst>
              <a:ext uri="{FF2B5EF4-FFF2-40B4-BE49-F238E27FC236}">
                <a16:creationId xmlns:a16="http://schemas.microsoft.com/office/drawing/2014/main" id="{00A61C50-9BAC-0ACF-CF00-A80B29399C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6196014">
            <a:off x="173881" y="2301119"/>
            <a:ext cx="1714807" cy="1714807"/>
          </a:xfrm>
          <a:prstGeom prst="rect">
            <a:avLst/>
          </a:prstGeom>
        </p:spPr>
      </p:pic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D7B12B11-2B5C-0962-EAD8-FCF1999EDE35}"/>
              </a:ext>
            </a:extLst>
          </p:cNvPr>
          <p:cNvSpPr/>
          <p:nvPr/>
        </p:nvSpPr>
        <p:spPr>
          <a:xfrm>
            <a:off x="0" y="0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8CDD919D-7852-CCD9-3D2D-29D209C98D18}"/>
              </a:ext>
            </a:extLst>
          </p:cNvPr>
          <p:cNvSpPr/>
          <p:nvPr/>
        </p:nvSpPr>
        <p:spPr>
          <a:xfrm>
            <a:off x="0" y="6667019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26" name="Picture 2" descr="QR Code Security System for Safe URLs and UPI Transactions">
            <a:extLst>
              <a:ext uri="{FF2B5EF4-FFF2-40B4-BE49-F238E27FC236}">
                <a16:creationId xmlns:a16="http://schemas.microsoft.com/office/drawing/2014/main" id="{DE83615F-7707-C1B4-2444-03B752FEF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6838" y="3373120"/>
            <a:ext cx="4973882" cy="3271520"/>
          </a:xfrm>
          <a:prstGeom prst="hexagon">
            <a:avLst>
              <a:gd name="adj" fmla="val 29646"/>
              <a:gd name="vf" fmla="val 11547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Hexagon 12">
            <a:extLst>
              <a:ext uri="{FF2B5EF4-FFF2-40B4-BE49-F238E27FC236}">
                <a16:creationId xmlns:a16="http://schemas.microsoft.com/office/drawing/2014/main" id="{3FBE260B-B18E-34F3-9000-CF74E243F85E}"/>
              </a:ext>
            </a:extLst>
          </p:cNvPr>
          <p:cNvSpPr/>
          <p:nvPr/>
        </p:nvSpPr>
        <p:spPr>
          <a:xfrm>
            <a:off x="8422640" y="0"/>
            <a:ext cx="4795520" cy="3322320"/>
          </a:xfrm>
          <a:prstGeom prst="hexagon">
            <a:avLst>
              <a:gd name="adj" fmla="val 30313"/>
              <a:gd name="vf" fmla="val 115470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rcRect/>
            <a:stretch>
              <a:fillRect b="-125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443C65E5-AE7A-AEB4-6189-F32368D326F3}"/>
              </a:ext>
            </a:extLst>
          </p:cNvPr>
          <p:cNvSpPr/>
          <p:nvPr/>
        </p:nvSpPr>
        <p:spPr>
          <a:xfrm>
            <a:off x="4490720" y="5039360"/>
            <a:ext cx="4795520" cy="3251200"/>
          </a:xfrm>
          <a:prstGeom prst="hexagon">
            <a:avLst>
              <a:gd name="adj" fmla="val 29062"/>
              <a:gd name="vf" fmla="val 115470"/>
            </a:avLst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932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7C44E2-9EEA-D567-B5E3-BB3C1845620D}"/>
              </a:ext>
            </a:extLst>
          </p:cNvPr>
          <p:cNvSpPr txBox="1"/>
          <p:nvPr/>
        </p:nvSpPr>
        <p:spPr>
          <a:xfrm>
            <a:off x="2164080" y="1751798"/>
            <a:ext cx="6513095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The project </a:t>
            </a:r>
            <a:r>
              <a:rPr lang="en-US" sz="2400" dirty="0"/>
              <a:t>demonstrates</a:t>
            </a:r>
            <a:r>
              <a:rPr lang="en-US" sz="2000" dirty="0"/>
              <a:t> a basic implementation of a QR-based tracking system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It successfully integrates frontend and backend using LAMP stack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The system is functional but has scope for improvement 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8FB871-0BF9-996F-AB07-411E6A890981}"/>
              </a:ext>
            </a:extLst>
          </p:cNvPr>
          <p:cNvSpPr txBox="1"/>
          <p:nvPr/>
        </p:nvSpPr>
        <p:spPr>
          <a:xfrm>
            <a:off x="2407920" y="396240"/>
            <a:ext cx="46634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Conclusion</a:t>
            </a:r>
          </a:p>
          <a:p>
            <a:endParaRPr lang="en-IN" dirty="0"/>
          </a:p>
        </p:txBody>
      </p:sp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76FD48AF-4B5B-DE24-E5FD-855A8FF8A90C}"/>
              </a:ext>
            </a:extLst>
          </p:cNvPr>
          <p:cNvSpPr/>
          <p:nvPr/>
        </p:nvSpPr>
        <p:spPr>
          <a:xfrm>
            <a:off x="0" y="0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Single Corner Snipped 4">
            <a:extLst>
              <a:ext uri="{FF2B5EF4-FFF2-40B4-BE49-F238E27FC236}">
                <a16:creationId xmlns:a16="http://schemas.microsoft.com/office/drawing/2014/main" id="{799A8981-2769-B67B-5E55-973CE66F668D}"/>
              </a:ext>
            </a:extLst>
          </p:cNvPr>
          <p:cNvSpPr/>
          <p:nvPr/>
        </p:nvSpPr>
        <p:spPr>
          <a:xfrm>
            <a:off x="0" y="6667019"/>
            <a:ext cx="12192000" cy="190981"/>
          </a:xfrm>
          <a:prstGeom prst="snip1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9000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79DDD7-B5F7-8245-DC4F-A958BB6B55F7}"/>
              </a:ext>
            </a:extLst>
          </p:cNvPr>
          <p:cNvSpPr txBox="1"/>
          <p:nvPr/>
        </p:nvSpPr>
        <p:spPr>
          <a:xfrm>
            <a:off x="3535680" y="2453640"/>
            <a:ext cx="830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89104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447</Words>
  <Application>Microsoft Office PowerPoint</Application>
  <PresentationFormat>Widescreen</PresentationFormat>
  <Paragraphs>103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CHANSA RAINGAM</dc:creator>
  <cp:lastModifiedBy>CHANSA RAINGAM</cp:lastModifiedBy>
  <cp:revision>6</cp:revision>
  <dcterms:created xsi:type="dcterms:W3CDTF">2026-04-18T06:51:10Z</dcterms:created>
  <dcterms:modified xsi:type="dcterms:W3CDTF">2026-09-01T09:03:39Z</dcterms:modified>
</cp:coreProperties>
</file>